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63" r:id="rId2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274FEF3-E04C-4051-A7FF-EA17B8D13213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0263" autoAdjust="0"/>
  </p:normalViewPr>
  <p:slideViewPr>
    <p:cSldViewPr snapToGrid="0" snapToObjects="1">
      <p:cViewPr varScale="1">
        <p:scale>
          <a:sx n="55" d="100"/>
          <a:sy n="55" d="100"/>
        </p:scale>
        <p:origin x="542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53" d="100"/>
          <a:sy n="53" d="100"/>
        </p:scale>
        <p:origin x="4050" y="14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rgana Kinlan" userId="3b2e3c3d-6384-4c67-8f93-28d420f397d1" providerId="ADAL" clId="{3BF7AE18-1FAB-4795-9774-55C4DA4B9AAB}"/>
    <pc:docChg chg="delSld modSld delSection modSection">
      <pc:chgData name="Morgana Kinlan" userId="3b2e3c3d-6384-4c67-8f93-28d420f397d1" providerId="ADAL" clId="{3BF7AE18-1FAB-4795-9774-55C4DA4B9AAB}" dt="2026-09-13T22:43:53.924" v="29" actId="6549"/>
      <pc:docMkLst>
        <pc:docMk/>
      </pc:docMkLst>
      <pc:sldChg chg="del">
        <pc:chgData name="Morgana Kinlan" userId="3b2e3c3d-6384-4c67-8f93-28d420f397d1" providerId="ADAL" clId="{3BF7AE18-1FAB-4795-9774-55C4DA4B9AAB}" dt="2026-09-13T22:43:13.358" v="0" actId="47"/>
        <pc:sldMkLst>
          <pc:docMk/>
          <pc:sldMk cId="0" sldId="256"/>
        </pc:sldMkLst>
      </pc:sldChg>
      <pc:sldChg chg="del">
        <pc:chgData name="Morgana Kinlan" userId="3b2e3c3d-6384-4c67-8f93-28d420f397d1" providerId="ADAL" clId="{3BF7AE18-1FAB-4795-9774-55C4DA4B9AAB}" dt="2026-09-13T22:43:13.964" v="1" actId="47"/>
        <pc:sldMkLst>
          <pc:docMk/>
          <pc:sldMk cId="0" sldId="257"/>
        </pc:sldMkLst>
      </pc:sldChg>
      <pc:sldChg chg="del">
        <pc:chgData name="Morgana Kinlan" userId="3b2e3c3d-6384-4c67-8f93-28d420f397d1" providerId="ADAL" clId="{3BF7AE18-1FAB-4795-9774-55C4DA4B9AAB}" dt="2026-09-13T22:43:14.555" v="2" actId="47"/>
        <pc:sldMkLst>
          <pc:docMk/>
          <pc:sldMk cId="0" sldId="259"/>
        </pc:sldMkLst>
      </pc:sldChg>
      <pc:sldChg chg="del">
        <pc:chgData name="Morgana Kinlan" userId="3b2e3c3d-6384-4c67-8f93-28d420f397d1" providerId="ADAL" clId="{3BF7AE18-1FAB-4795-9774-55C4DA4B9AAB}" dt="2026-09-13T22:43:17.352" v="6" actId="47"/>
        <pc:sldMkLst>
          <pc:docMk/>
          <pc:sldMk cId="0" sldId="260"/>
        </pc:sldMkLst>
      </pc:sldChg>
      <pc:sldChg chg="del">
        <pc:chgData name="Morgana Kinlan" userId="3b2e3c3d-6384-4c67-8f93-28d420f397d1" providerId="ADAL" clId="{3BF7AE18-1FAB-4795-9774-55C4DA4B9AAB}" dt="2026-09-13T22:43:18.681" v="7" actId="47"/>
        <pc:sldMkLst>
          <pc:docMk/>
          <pc:sldMk cId="0" sldId="261"/>
        </pc:sldMkLst>
      </pc:sldChg>
      <pc:sldChg chg="del">
        <pc:chgData name="Morgana Kinlan" userId="3b2e3c3d-6384-4c67-8f93-28d420f397d1" providerId="ADAL" clId="{3BF7AE18-1FAB-4795-9774-55C4DA4B9AAB}" dt="2026-09-13T22:43:20.604" v="8" actId="47"/>
        <pc:sldMkLst>
          <pc:docMk/>
          <pc:sldMk cId="0" sldId="262"/>
        </pc:sldMkLst>
      </pc:sldChg>
      <pc:sldChg chg="modNotesTx">
        <pc:chgData name="Morgana Kinlan" userId="3b2e3c3d-6384-4c67-8f93-28d420f397d1" providerId="ADAL" clId="{3BF7AE18-1FAB-4795-9774-55C4DA4B9AAB}" dt="2026-09-13T22:43:53.924" v="29" actId="6549"/>
        <pc:sldMkLst>
          <pc:docMk/>
          <pc:sldMk cId="0" sldId="263"/>
        </pc:sldMkLst>
      </pc:sldChg>
      <pc:sldChg chg="del">
        <pc:chgData name="Morgana Kinlan" userId="3b2e3c3d-6384-4c67-8f93-28d420f397d1" providerId="ADAL" clId="{3BF7AE18-1FAB-4795-9774-55C4DA4B9AAB}" dt="2026-09-13T22:43:28.184" v="14" actId="47"/>
        <pc:sldMkLst>
          <pc:docMk/>
          <pc:sldMk cId="0" sldId="265"/>
        </pc:sldMkLst>
      </pc:sldChg>
      <pc:sldChg chg="del">
        <pc:chgData name="Morgana Kinlan" userId="3b2e3c3d-6384-4c67-8f93-28d420f397d1" providerId="ADAL" clId="{3BF7AE18-1FAB-4795-9774-55C4DA4B9AAB}" dt="2026-09-13T22:43:29.488" v="16" actId="47"/>
        <pc:sldMkLst>
          <pc:docMk/>
          <pc:sldMk cId="0" sldId="266"/>
        </pc:sldMkLst>
      </pc:sldChg>
      <pc:sldChg chg="del">
        <pc:chgData name="Morgana Kinlan" userId="3b2e3c3d-6384-4c67-8f93-28d420f397d1" providerId="ADAL" clId="{3BF7AE18-1FAB-4795-9774-55C4DA4B9AAB}" dt="2026-09-13T22:43:30.861" v="18" actId="47"/>
        <pc:sldMkLst>
          <pc:docMk/>
          <pc:sldMk cId="0" sldId="267"/>
        </pc:sldMkLst>
      </pc:sldChg>
      <pc:sldChg chg="del">
        <pc:chgData name="Morgana Kinlan" userId="3b2e3c3d-6384-4c67-8f93-28d420f397d1" providerId="ADAL" clId="{3BF7AE18-1FAB-4795-9774-55C4DA4B9AAB}" dt="2026-09-13T22:43:31.572" v="19" actId="47"/>
        <pc:sldMkLst>
          <pc:docMk/>
          <pc:sldMk cId="0" sldId="268"/>
        </pc:sldMkLst>
      </pc:sldChg>
      <pc:sldChg chg="del">
        <pc:chgData name="Morgana Kinlan" userId="3b2e3c3d-6384-4c67-8f93-28d420f397d1" providerId="ADAL" clId="{3BF7AE18-1FAB-4795-9774-55C4DA4B9AAB}" dt="2026-09-13T22:43:32.255" v="20" actId="47"/>
        <pc:sldMkLst>
          <pc:docMk/>
          <pc:sldMk cId="0" sldId="270"/>
        </pc:sldMkLst>
      </pc:sldChg>
      <pc:sldChg chg="del">
        <pc:chgData name="Morgana Kinlan" userId="3b2e3c3d-6384-4c67-8f93-28d420f397d1" providerId="ADAL" clId="{3BF7AE18-1FAB-4795-9774-55C4DA4B9AAB}" dt="2026-09-13T22:43:33.480" v="22" actId="47"/>
        <pc:sldMkLst>
          <pc:docMk/>
          <pc:sldMk cId="0" sldId="271"/>
        </pc:sldMkLst>
      </pc:sldChg>
      <pc:sldChg chg="del">
        <pc:chgData name="Morgana Kinlan" userId="3b2e3c3d-6384-4c67-8f93-28d420f397d1" providerId="ADAL" clId="{3BF7AE18-1FAB-4795-9774-55C4DA4B9AAB}" dt="2026-09-13T22:43:33.964" v="23" actId="47"/>
        <pc:sldMkLst>
          <pc:docMk/>
          <pc:sldMk cId="0" sldId="273"/>
        </pc:sldMkLst>
      </pc:sldChg>
      <pc:sldChg chg="del">
        <pc:chgData name="Morgana Kinlan" userId="3b2e3c3d-6384-4c67-8f93-28d420f397d1" providerId="ADAL" clId="{3BF7AE18-1FAB-4795-9774-55C4DA4B9AAB}" dt="2026-09-13T22:43:34.712" v="24" actId="47"/>
        <pc:sldMkLst>
          <pc:docMk/>
          <pc:sldMk cId="0" sldId="276"/>
        </pc:sldMkLst>
      </pc:sldChg>
      <pc:sldChg chg="del">
        <pc:chgData name="Morgana Kinlan" userId="3b2e3c3d-6384-4c67-8f93-28d420f397d1" providerId="ADAL" clId="{3BF7AE18-1FAB-4795-9774-55C4DA4B9AAB}" dt="2026-09-13T22:43:35.252" v="25" actId="47"/>
        <pc:sldMkLst>
          <pc:docMk/>
          <pc:sldMk cId="0" sldId="277"/>
        </pc:sldMkLst>
      </pc:sldChg>
      <pc:sldChg chg="del">
        <pc:chgData name="Morgana Kinlan" userId="3b2e3c3d-6384-4c67-8f93-28d420f397d1" providerId="ADAL" clId="{3BF7AE18-1FAB-4795-9774-55C4DA4B9AAB}" dt="2026-09-13T22:43:35.831" v="26" actId="47"/>
        <pc:sldMkLst>
          <pc:docMk/>
          <pc:sldMk cId="0" sldId="278"/>
        </pc:sldMkLst>
      </pc:sldChg>
      <pc:sldChg chg="del">
        <pc:chgData name="Morgana Kinlan" userId="3b2e3c3d-6384-4c67-8f93-28d420f397d1" providerId="ADAL" clId="{3BF7AE18-1FAB-4795-9774-55C4DA4B9AAB}" dt="2026-09-13T22:43:37.304" v="27" actId="47"/>
        <pc:sldMkLst>
          <pc:docMk/>
          <pc:sldMk cId="0" sldId="279"/>
        </pc:sldMkLst>
      </pc:sldChg>
      <pc:sldChg chg="del">
        <pc:chgData name="Morgana Kinlan" userId="3b2e3c3d-6384-4c67-8f93-28d420f397d1" providerId="ADAL" clId="{3BF7AE18-1FAB-4795-9774-55C4DA4B9AAB}" dt="2026-09-13T22:43:32.921" v="21" actId="47"/>
        <pc:sldMkLst>
          <pc:docMk/>
          <pc:sldMk cId="0" sldId="280"/>
        </pc:sldMkLst>
      </pc:sldChg>
      <pc:sldChg chg="del">
        <pc:chgData name="Morgana Kinlan" userId="3b2e3c3d-6384-4c67-8f93-28d420f397d1" providerId="ADAL" clId="{3BF7AE18-1FAB-4795-9774-55C4DA4B9AAB}" dt="2026-09-13T22:43:24.930" v="10" actId="47"/>
        <pc:sldMkLst>
          <pc:docMk/>
          <pc:sldMk cId="169250028" sldId="282"/>
        </pc:sldMkLst>
      </pc:sldChg>
      <pc:sldChg chg="del">
        <pc:chgData name="Morgana Kinlan" userId="3b2e3c3d-6384-4c67-8f93-28d420f397d1" providerId="ADAL" clId="{3BF7AE18-1FAB-4795-9774-55C4DA4B9AAB}" dt="2026-09-13T22:43:26.551" v="12" actId="47"/>
        <pc:sldMkLst>
          <pc:docMk/>
          <pc:sldMk cId="4268398926" sldId="283"/>
        </pc:sldMkLst>
      </pc:sldChg>
      <pc:sldChg chg="del">
        <pc:chgData name="Morgana Kinlan" userId="3b2e3c3d-6384-4c67-8f93-28d420f397d1" providerId="ADAL" clId="{3BF7AE18-1FAB-4795-9774-55C4DA4B9AAB}" dt="2026-09-13T22:43:27.300" v="13" actId="47"/>
        <pc:sldMkLst>
          <pc:docMk/>
          <pc:sldMk cId="4217881309" sldId="284"/>
        </pc:sldMkLst>
      </pc:sldChg>
      <pc:sldChg chg="del">
        <pc:chgData name="Morgana Kinlan" userId="3b2e3c3d-6384-4c67-8f93-28d420f397d1" providerId="ADAL" clId="{3BF7AE18-1FAB-4795-9774-55C4DA4B9AAB}" dt="2026-09-13T22:43:25.926" v="11" actId="47"/>
        <pc:sldMkLst>
          <pc:docMk/>
          <pc:sldMk cId="4056712726" sldId="285"/>
        </pc:sldMkLst>
      </pc:sldChg>
      <pc:sldChg chg="del">
        <pc:chgData name="Morgana Kinlan" userId="3b2e3c3d-6384-4c67-8f93-28d420f397d1" providerId="ADAL" clId="{3BF7AE18-1FAB-4795-9774-55C4DA4B9AAB}" dt="2026-09-13T22:43:21.767" v="9" actId="47"/>
        <pc:sldMkLst>
          <pc:docMk/>
          <pc:sldMk cId="4105811549" sldId="286"/>
        </pc:sldMkLst>
      </pc:sldChg>
      <pc:sldChg chg="del">
        <pc:chgData name="Morgana Kinlan" userId="3b2e3c3d-6384-4c67-8f93-28d420f397d1" providerId="ADAL" clId="{3BF7AE18-1FAB-4795-9774-55C4DA4B9AAB}" dt="2026-09-13T22:43:28.779" v="15" actId="47"/>
        <pc:sldMkLst>
          <pc:docMk/>
          <pc:sldMk cId="921652028" sldId="287"/>
        </pc:sldMkLst>
      </pc:sldChg>
      <pc:sldChg chg="del">
        <pc:chgData name="Morgana Kinlan" userId="3b2e3c3d-6384-4c67-8f93-28d420f397d1" providerId="ADAL" clId="{3BF7AE18-1FAB-4795-9774-55C4DA4B9AAB}" dt="2026-09-13T22:43:30.078" v="17" actId="47"/>
        <pc:sldMkLst>
          <pc:docMk/>
          <pc:sldMk cId="1652001068" sldId="288"/>
        </pc:sldMkLst>
      </pc:sldChg>
      <pc:sldChg chg="del">
        <pc:chgData name="Morgana Kinlan" userId="3b2e3c3d-6384-4c67-8f93-28d420f397d1" providerId="ADAL" clId="{3BF7AE18-1FAB-4795-9774-55C4DA4B9AAB}" dt="2026-09-13T22:43:16.931" v="5" actId="47"/>
        <pc:sldMkLst>
          <pc:docMk/>
          <pc:sldMk cId="443143789" sldId="289"/>
        </pc:sldMkLst>
      </pc:sldChg>
      <pc:sldChg chg="del">
        <pc:chgData name="Morgana Kinlan" userId="3b2e3c3d-6384-4c67-8f93-28d420f397d1" providerId="ADAL" clId="{3BF7AE18-1FAB-4795-9774-55C4DA4B9AAB}" dt="2026-09-13T22:43:16.384" v="4" actId="47"/>
        <pc:sldMkLst>
          <pc:docMk/>
          <pc:sldMk cId="87730762" sldId="290"/>
        </pc:sldMkLst>
      </pc:sldChg>
      <pc:sldChg chg="del">
        <pc:chgData name="Morgana Kinlan" userId="3b2e3c3d-6384-4c67-8f93-28d420f397d1" providerId="ADAL" clId="{3BF7AE18-1FAB-4795-9774-55C4DA4B9AAB}" dt="2026-09-13T22:43:15.619" v="3" actId="47"/>
        <pc:sldMkLst>
          <pc:docMk/>
          <pc:sldMk cId="2683928971" sldId="29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21161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105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85800" y="895350"/>
            <a:ext cx="9429750" cy="59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0462"/>
              </a:lnSpc>
              <a:buNone/>
            </a:pPr>
            <a:r>
              <a:rPr lang="en-US" sz="4200" b="1" kern="0" spc="-6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Obsidian Notebook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239000" y="276226"/>
            <a:ext cx="10363200" cy="13314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2400" dirty="0">
                <a:solidFill>
                  <a:srgbClr val="AEBF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machine and the phone keep a local notebook; Obsidian mirrors these so anything captured anywhere is available everywhere.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85800" y="1666875"/>
            <a:ext cx="3333750" cy="495300"/>
          </a:xfrm>
          <a:prstGeom prst="rect">
            <a:avLst/>
          </a:prstGeom>
          <a:solidFill>
            <a:srgbClr val="F7FF68">
              <a:alpha val="6000"/>
            </a:srgbClr>
          </a:solidFill>
          <a:ln w="9525">
            <a:solidFill>
              <a:srgbClr val="F7FF68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6775" y="1686210"/>
            <a:ext cx="2276475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vault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333875" y="1905000"/>
            <a:ext cx="6163881" cy="45719"/>
          </a:xfrm>
          <a:prstGeom prst="rect">
            <a:avLst/>
          </a:prstGeom>
          <a:solidFill>
            <a:srgbClr val="AEBFCA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805988" y="1749756"/>
            <a:ext cx="812006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buNone/>
            </a:pPr>
            <a:r>
              <a:rPr lang="en-US" sz="2400" dirty="0">
                <a:solidFill>
                  <a:srgbClr val="90A7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top-level folders → subfolders → notes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685800" y="2295525"/>
            <a:ext cx="4076700" cy="2238375"/>
          </a:xfrm>
          <a:prstGeom prst="rect">
            <a:avLst/>
          </a:prstGeom>
          <a:solidFill>
            <a:srgbClr val="050B32"/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44268" y="2370160"/>
            <a:ext cx="4379595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A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904875" y="2867025"/>
            <a:ext cx="28575" cy="323850"/>
          </a:xfrm>
          <a:prstGeom prst="rect">
            <a:avLst/>
          </a:prstGeom>
          <a:solidFill>
            <a:srgbClr val="68D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47750" y="2895600"/>
            <a:ext cx="20955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Subfolder 1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42925" y="2895600"/>
            <a:ext cx="398145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buNone/>
            </a:pPr>
            <a:r>
              <a:rPr lang="en-US" sz="2400" dirty="0">
                <a:solidFill>
                  <a:srgbClr val="90A7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notes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904875" y="3248025"/>
            <a:ext cx="28575" cy="323850"/>
          </a:xfrm>
          <a:prstGeom prst="rect">
            <a:avLst/>
          </a:prstGeom>
          <a:solidFill>
            <a:srgbClr val="68D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47750" y="3276600"/>
            <a:ext cx="20955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Subfolder 2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42925" y="3276600"/>
            <a:ext cx="398145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buNone/>
            </a:pPr>
            <a:r>
              <a:rPr lang="en-US" sz="2400" dirty="0">
                <a:solidFill>
                  <a:srgbClr val="90A7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notes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904875" y="3629025"/>
            <a:ext cx="28575" cy="323850"/>
          </a:xfrm>
          <a:prstGeom prst="rect">
            <a:avLst/>
          </a:prstGeom>
          <a:solidFill>
            <a:srgbClr val="68D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047750" y="3657600"/>
            <a:ext cx="20955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Subfolder 3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542925" y="3657600"/>
            <a:ext cx="398145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buNone/>
            </a:pPr>
            <a:r>
              <a:rPr lang="en-US" sz="2400" dirty="0">
                <a:solidFill>
                  <a:srgbClr val="90A7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notes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904875" y="4010025"/>
            <a:ext cx="28575" cy="323850"/>
          </a:xfrm>
          <a:prstGeom prst="rect">
            <a:avLst/>
          </a:prstGeom>
          <a:solidFill>
            <a:srgbClr val="68D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047750" y="4038600"/>
            <a:ext cx="20955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Subfolder 4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542925" y="4038600"/>
            <a:ext cx="398145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buNone/>
            </a:pPr>
            <a:r>
              <a:rPr lang="en-US" sz="2400" dirty="0">
                <a:solidFill>
                  <a:srgbClr val="90A7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notes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4972050" y="2295525"/>
            <a:ext cx="4076700" cy="2238375"/>
          </a:xfrm>
          <a:prstGeom prst="rect">
            <a:avLst/>
          </a:prstGeom>
          <a:solidFill>
            <a:srgbClr val="050B32"/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5" name="Text 23"/>
          <p:cNvSpPr/>
          <p:nvPr/>
        </p:nvSpPr>
        <p:spPr>
          <a:xfrm>
            <a:off x="5130518" y="2370160"/>
            <a:ext cx="4379595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B</a:t>
            </a:r>
            <a:endParaRPr lang="en-US" sz="2800" dirty="0"/>
          </a:p>
        </p:txBody>
      </p:sp>
      <p:sp>
        <p:nvSpPr>
          <p:cNvPr id="26" name="Shape 24"/>
          <p:cNvSpPr/>
          <p:nvPr/>
        </p:nvSpPr>
        <p:spPr>
          <a:xfrm>
            <a:off x="5191125" y="2867025"/>
            <a:ext cx="28575" cy="323850"/>
          </a:xfrm>
          <a:prstGeom prst="rect">
            <a:avLst/>
          </a:prstGeom>
          <a:solidFill>
            <a:srgbClr val="68D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334000" y="2895600"/>
            <a:ext cx="20955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Subfolder 1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4829175" y="2895600"/>
            <a:ext cx="398145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buNone/>
            </a:pPr>
            <a:r>
              <a:rPr lang="en-US" sz="2400" dirty="0">
                <a:solidFill>
                  <a:srgbClr val="90A7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notes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5191125" y="3248025"/>
            <a:ext cx="28575" cy="323850"/>
          </a:xfrm>
          <a:prstGeom prst="rect">
            <a:avLst/>
          </a:prstGeom>
          <a:solidFill>
            <a:srgbClr val="68D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334000" y="3276600"/>
            <a:ext cx="20955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Subfolder 2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4829175" y="3276600"/>
            <a:ext cx="398145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buNone/>
            </a:pPr>
            <a:r>
              <a:rPr lang="en-US" sz="2400" dirty="0">
                <a:solidFill>
                  <a:srgbClr val="90A7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notes</a:t>
            </a:r>
            <a:endParaRPr lang="en-US" sz="2400" dirty="0"/>
          </a:p>
        </p:txBody>
      </p:sp>
      <p:sp>
        <p:nvSpPr>
          <p:cNvPr id="32" name="Shape 30"/>
          <p:cNvSpPr/>
          <p:nvPr/>
        </p:nvSpPr>
        <p:spPr>
          <a:xfrm>
            <a:off x="5191125" y="3629025"/>
            <a:ext cx="28575" cy="323850"/>
          </a:xfrm>
          <a:prstGeom prst="rect">
            <a:avLst/>
          </a:prstGeom>
          <a:solidFill>
            <a:srgbClr val="68D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334000" y="3657600"/>
            <a:ext cx="20955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Subfolder 3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4829175" y="3657600"/>
            <a:ext cx="398145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buNone/>
            </a:pPr>
            <a:r>
              <a:rPr lang="en-US" sz="2400" dirty="0">
                <a:solidFill>
                  <a:srgbClr val="90A7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notes</a:t>
            </a:r>
            <a:endParaRPr lang="en-US" sz="2400" dirty="0"/>
          </a:p>
        </p:txBody>
      </p:sp>
      <p:sp>
        <p:nvSpPr>
          <p:cNvPr id="35" name="Shape 33"/>
          <p:cNvSpPr/>
          <p:nvPr/>
        </p:nvSpPr>
        <p:spPr>
          <a:xfrm>
            <a:off x="9258300" y="2295525"/>
            <a:ext cx="4076700" cy="2238375"/>
          </a:xfrm>
          <a:prstGeom prst="rect">
            <a:avLst/>
          </a:prstGeom>
          <a:solidFill>
            <a:srgbClr val="050B32"/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9416768" y="2370160"/>
            <a:ext cx="4379595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Corporate / General</a:t>
            </a:r>
            <a:endParaRPr lang="en-US" sz="2800" dirty="0"/>
          </a:p>
        </p:txBody>
      </p:sp>
      <p:sp>
        <p:nvSpPr>
          <p:cNvPr id="37" name="Shape 35"/>
          <p:cNvSpPr/>
          <p:nvPr/>
        </p:nvSpPr>
        <p:spPr>
          <a:xfrm>
            <a:off x="9477375" y="2867025"/>
            <a:ext cx="28575" cy="323850"/>
          </a:xfrm>
          <a:prstGeom prst="rect">
            <a:avLst/>
          </a:prstGeom>
          <a:solidFill>
            <a:srgbClr val="68D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9620250" y="2895600"/>
            <a:ext cx="20955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Subfolder 1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9115425" y="2895600"/>
            <a:ext cx="398145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buNone/>
            </a:pPr>
            <a:r>
              <a:rPr lang="en-US" sz="2400" dirty="0">
                <a:solidFill>
                  <a:srgbClr val="90A7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notes</a:t>
            </a:r>
            <a:endParaRPr lang="en-US" sz="2400" dirty="0"/>
          </a:p>
        </p:txBody>
      </p:sp>
      <p:sp>
        <p:nvSpPr>
          <p:cNvPr id="40" name="Shape 38"/>
          <p:cNvSpPr/>
          <p:nvPr/>
        </p:nvSpPr>
        <p:spPr>
          <a:xfrm>
            <a:off x="9477375" y="3248025"/>
            <a:ext cx="28575" cy="323850"/>
          </a:xfrm>
          <a:prstGeom prst="rect">
            <a:avLst/>
          </a:prstGeom>
          <a:solidFill>
            <a:srgbClr val="68D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9620250" y="3276600"/>
            <a:ext cx="20955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Subfolder 2</a:t>
            </a:r>
            <a:endParaRPr lang="en-US" sz="2400" dirty="0"/>
          </a:p>
        </p:txBody>
      </p:sp>
      <p:sp>
        <p:nvSpPr>
          <p:cNvPr id="42" name="Text 40"/>
          <p:cNvSpPr/>
          <p:nvPr/>
        </p:nvSpPr>
        <p:spPr>
          <a:xfrm>
            <a:off x="9115425" y="3276600"/>
            <a:ext cx="398145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buNone/>
            </a:pPr>
            <a:r>
              <a:rPr lang="en-US" sz="2400" dirty="0">
                <a:solidFill>
                  <a:srgbClr val="90A7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notes</a:t>
            </a:r>
            <a:endParaRPr lang="en-US" sz="2400" dirty="0"/>
          </a:p>
        </p:txBody>
      </p:sp>
      <p:sp>
        <p:nvSpPr>
          <p:cNvPr id="43" name="Shape 41"/>
          <p:cNvSpPr/>
          <p:nvPr/>
        </p:nvSpPr>
        <p:spPr>
          <a:xfrm>
            <a:off x="9477375" y="3629025"/>
            <a:ext cx="28575" cy="323850"/>
          </a:xfrm>
          <a:prstGeom prst="rect">
            <a:avLst/>
          </a:prstGeom>
          <a:solidFill>
            <a:srgbClr val="68D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9620250" y="3657600"/>
            <a:ext cx="20955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Subfolder 3</a:t>
            </a:r>
            <a:endParaRPr lang="en-US" sz="2400" dirty="0"/>
          </a:p>
        </p:txBody>
      </p:sp>
      <p:sp>
        <p:nvSpPr>
          <p:cNvPr id="45" name="Text 43"/>
          <p:cNvSpPr/>
          <p:nvPr/>
        </p:nvSpPr>
        <p:spPr>
          <a:xfrm>
            <a:off x="9115425" y="3657600"/>
            <a:ext cx="398145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buNone/>
            </a:pPr>
            <a:r>
              <a:rPr lang="en-US" sz="2400" dirty="0">
                <a:solidFill>
                  <a:srgbClr val="90A7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notes</a:t>
            </a:r>
            <a:endParaRPr lang="en-US" sz="2400" dirty="0"/>
          </a:p>
        </p:txBody>
      </p:sp>
      <p:sp>
        <p:nvSpPr>
          <p:cNvPr id="46" name="Shape 44"/>
          <p:cNvSpPr/>
          <p:nvPr/>
        </p:nvSpPr>
        <p:spPr>
          <a:xfrm>
            <a:off x="13544550" y="2295525"/>
            <a:ext cx="4076700" cy="2238375"/>
          </a:xfrm>
          <a:prstGeom prst="rect">
            <a:avLst/>
          </a:prstGeom>
          <a:solidFill>
            <a:srgbClr val="050B32"/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7" name="Text 45"/>
          <p:cNvSpPr/>
          <p:nvPr/>
        </p:nvSpPr>
        <p:spPr>
          <a:xfrm>
            <a:off x="13703018" y="2370160"/>
            <a:ext cx="4379595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Notes</a:t>
            </a:r>
            <a:endParaRPr lang="en-US" sz="2800" dirty="0"/>
          </a:p>
        </p:txBody>
      </p:sp>
      <p:sp>
        <p:nvSpPr>
          <p:cNvPr id="48" name="Shape 46"/>
          <p:cNvSpPr/>
          <p:nvPr/>
        </p:nvSpPr>
        <p:spPr>
          <a:xfrm>
            <a:off x="13763625" y="2867025"/>
            <a:ext cx="28575" cy="323850"/>
          </a:xfrm>
          <a:prstGeom prst="rect">
            <a:avLst/>
          </a:prstGeom>
          <a:solidFill>
            <a:srgbClr val="68D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13906500" y="2895600"/>
            <a:ext cx="20955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January</a:t>
            </a:r>
            <a:endParaRPr lang="en-US" sz="2400" dirty="0"/>
          </a:p>
        </p:txBody>
      </p:sp>
      <p:sp>
        <p:nvSpPr>
          <p:cNvPr id="50" name="Text 48"/>
          <p:cNvSpPr/>
          <p:nvPr/>
        </p:nvSpPr>
        <p:spPr>
          <a:xfrm>
            <a:off x="13401675" y="2895600"/>
            <a:ext cx="398145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buNone/>
            </a:pPr>
            <a:r>
              <a:rPr lang="en-US" sz="2400" dirty="0">
                <a:solidFill>
                  <a:srgbClr val="90A7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notes</a:t>
            </a:r>
            <a:endParaRPr lang="en-US" sz="2400" dirty="0"/>
          </a:p>
        </p:txBody>
      </p:sp>
      <p:sp>
        <p:nvSpPr>
          <p:cNvPr id="51" name="Shape 49"/>
          <p:cNvSpPr/>
          <p:nvPr/>
        </p:nvSpPr>
        <p:spPr>
          <a:xfrm>
            <a:off x="13763625" y="3248025"/>
            <a:ext cx="28575" cy="323850"/>
          </a:xfrm>
          <a:prstGeom prst="rect">
            <a:avLst/>
          </a:prstGeom>
          <a:solidFill>
            <a:srgbClr val="68D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13906500" y="3276600"/>
            <a:ext cx="20955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February</a:t>
            </a:r>
            <a:endParaRPr lang="en-US" sz="2400" dirty="0"/>
          </a:p>
        </p:txBody>
      </p:sp>
      <p:sp>
        <p:nvSpPr>
          <p:cNvPr id="53" name="Text 51"/>
          <p:cNvSpPr/>
          <p:nvPr/>
        </p:nvSpPr>
        <p:spPr>
          <a:xfrm>
            <a:off x="13401675" y="3276600"/>
            <a:ext cx="398145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buNone/>
            </a:pPr>
            <a:r>
              <a:rPr lang="en-US" sz="2400" dirty="0">
                <a:solidFill>
                  <a:srgbClr val="90A7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notes</a:t>
            </a:r>
            <a:endParaRPr lang="en-US" sz="2400" dirty="0"/>
          </a:p>
        </p:txBody>
      </p:sp>
      <p:sp>
        <p:nvSpPr>
          <p:cNvPr id="54" name="Shape 52"/>
          <p:cNvSpPr/>
          <p:nvPr/>
        </p:nvSpPr>
        <p:spPr>
          <a:xfrm>
            <a:off x="13763625" y="3629025"/>
            <a:ext cx="28575" cy="323850"/>
          </a:xfrm>
          <a:prstGeom prst="rect">
            <a:avLst/>
          </a:prstGeom>
          <a:solidFill>
            <a:srgbClr val="68D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13906500" y="3657600"/>
            <a:ext cx="20955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March</a:t>
            </a:r>
            <a:endParaRPr lang="en-US" sz="2400" dirty="0"/>
          </a:p>
        </p:txBody>
      </p:sp>
      <p:sp>
        <p:nvSpPr>
          <p:cNvPr id="56" name="Text 54"/>
          <p:cNvSpPr/>
          <p:nvPr/>
        </p:nvSpPr>
        <p:spPr>
          <a:xfrm>
            <a:off x="13401675" y="3657600"/>
            <a:ext cx="398145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buNone/>
            </a:pPr>
            <a:r>
              <a:rPr lang="en-US" sz="2400" dirty="0">
                <a:solidFill>
                  <a:srgbClr val="90A7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notes</a:t>
            </a:r>
            <a:endParaRPr lang="en-US" sz="2400" dirty="0"/>
          </a:p>
        </p:txBody>
      </p:sp>
      <p:sp>
        <p:nvSpPr>
          <p:cNvPr id="57" name="Shape 55"/>
          <p:cNvSpPr/>
          <p:nvPr/>
        </p:nvSpPr>
        <p:spPr>
          <a:xfrm>
            <a:off x="13763625" y="4010025"/>
            <a:ext cx="28575" cy="323850"/>
          </a:xfrm>
          <a:prstGeom prst="rect">
            <a:avLst/>
          </a:prstGeom>
          <a:solidFill>
            <a:srgbClr val="68D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13906500" y="4038600"/>
            <a:ext cx="20955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April</a:t>
            </a:r>
            <a:endParaRPr lang="en-US" sz="2400" dirty="0"/>
          </a:p>
        </p:txBody>
      </p:sp>
      <p:sp>
        <p:nvSpPr>
          <p:cNvPr id="59" name="Text 57"/>
          <p:cNvSpPr/>
          <p:nvPr/>
        </p:nvSpPr>
        <p:spPr>
          <a:xfrm>
            <a:off x="13401675" y="4038600"/>
            <a:ext cx="398145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buNone/>
            </a:pPr>
            <a:r>
              <a:rPr lang="en-US" sz="2400" dirty="0">
                <a:solidFill>
                  <a:srgbClr val="90A7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notes</a:t>
            </a:r>
            <a:endParaRPr lang="en-US" sz="2400" dirty="0"/>
          </a:p>
        </p:txBody>
      </p:sp>
      <p:sp>
        <p:nvSpPr>
          <p:cNvPr id="60" name="Shape 58"/>
          <p:cNvSpPr/>
          <p:nvPr/>
        </p:nvSpPr>
        <p:spPr>
          <a:xfrm>
            <a:off x="685800" y="4619625"/>
            <a:ext cx="1716206" cy="454372"/>
          </a:xfrm>
          <a:prstGeom prst="rect">
            <a:avLst/>
          </a:prstGeom>
          <a:solidFill>
            <a:srgbClr val="F7FF68">
              <a:alpha val="6000"/>
            </a:srgbClr>
          </a:solidFill>
          <a:ln w="9525">
            <a:solidFill>
              <a:srgbClr val="F7FF68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828674" y="4667250"/>
            <a:ext cx="1825377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7F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Sensitive</a:t>
            </a:r>
            <a:endParaRPr lang="en-US" sz="2400" dirty="0"/>
          </a:p>
        </p:txBody>
      </p:sp>
      <p:sp>
        <p:nvSpPr>
          <p:cNvPr id="62" name="Text 60"/>
          <p:cNvSpPr/>
          <p:nvPr/>
        </p:nvSpPr>
        <p:spPr>
          <a:xfrm>
            <a:off x="685801" y="5112096"/>
            <a:ext cx="4076700" cy="13906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90A7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vault-root folder, kept outside the client trees</a:t>
            </a:r>
            <a:endParaRPr lang="en-US" sz="2400" dirty="0"/>
          </a:p>
        </p:txBody>
      </p:sp>
      <p:sp>
        <p:nvSpPr>
          <p:cNvPr id="63" name="Shape 61"/>
          <p:cNvSpPr/>
          <p:nvPr/>
        </p:nvSpPr>
        <p:spPr>
          <a:xfrm>
            <a:off x="7239000" y="5219700"/>
            <a:ext cx="3810000" cy="1123950"/>
          </a:xfrm>
          <a:prstGeom prst="rect">
            <a:avLst/>
          </a:prstGeom>
          <a:gradFill rotWithShape="1">
            <a:gsLst>
              <a:gs pos="0">
                <a:srgbClr val="68DEFF">
                  <a:alpha val="14000"/>
                </a:srgbClr>
              </a:gs>
              <a:gs pos="100000">
                <a:srgbClr val="68DEFF">
                  <a:alpha val="3000"/>
                </a:srgbClr>
              </a:gs>
            </a:gsLst>
            <a:lin ang="5400000" scaled="0"/>
          </a:gradFill>
          <a:ln w="9525">
            <a:solidFill>
              <a:srgbClr val="68DE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8616036" y="5289352"/>
            <a:ext cx="1389906" cy="539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kern="0" spc="216" dirty="0">
                <a:solidFill>
                  <a:srgbClr val="68D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CLOUD</a:t>
            </a:r>
            <a:endParaRPr lang="en-US" sz="2400" dirty="0"/>
          </a:p>
        </p:txBody>
      </p:sp>
      <p:sp>
        <p:nvSpPr>
          <p:cNvPr id="65" name="Text 63"/>
          <p:cNvSpPr/>
          <p:nvPr/>
        </p:nvSpPr>
        <p:spPr>
          <a:xfrm>
            <a:off x="8015734" y="5759355"/>
            <a:ext cx="2482022" cy="4323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8571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Obsidian Sync</a:t>
            </a:r>
            <a:endParaRPr lang="en-US" sz="2700" dirty="0"/>
          </a:p>
        </p:txBody>
      </p:sp>
      <p:pic>
        <p:nvPicPr>
          <p:cNvPr id="6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5800" y="6343650"/>
            <a:ext cx="16916400" cy="2019300"/>
          </a:xfrm>
          <a:prstGeom prst="rect">
            <a:avLst/>
          </a:prstGeom>
        </p:spPr>
      </p:pic>
      <p:sp>
        <p:nvSpPr>
          <p:cNvPr id="68" name="Shape 65"/>
          <p:cNvSpPr/>
          <p:nvPr/>
        </p:nvSpPr>
        <p:spPr>
          <a:xfrm>
            <a:off x="3143250" y="7200900"/>
            <a:ext cx="4394310" cy="1390650"/>
          </a:xfrm>
          <a:prstGeom prst="rect">
            <a:avLst/>
          </a:prstGeom>
          <a:solidFill>
            <a:srgbClr val="050B32"/>
          </a:solidFill>
          <a:ln w="9525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6"/>
          <p:cNvSpPr/>
          <p:nvPr/>
        </p:nvSpPr>
        <p:spPr>
          <a:xfrm>
            <a:off x="3724275" y="7353300"/>
            <a:ext cx="345757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1</a:t>
            </a:r>
            <a:endParaRPr lang="en-US" sz="2250" dirty="0"/>
          </a:p>
        </p:txBody>
      </p:sp>
      <p:sp>
        <p:nvSpPr>
          <p:cNvPr id="70" name="Shape 67"/>
          <p:cNvSpPr/>
          <p:nvPr/>
        </p:nvSpPr>
        <p:spPr>
          <a:xfrm>
            <a:off x="3724275" y="7858125"/>
            <a:ext cx="3143250" cy="514350"/>
          </a:xfrm>
          <a:prstGeom prst="rect">
            <a:avLst/>
          </a:prstGeom>
          <a:solidFill>
            <a:srgbClr val="68DEFF">
              <a:alpha val="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Shape 68"/>
          <p:cNvSpPr/>
          <p:nvPr/>
        </p:nvSpPr>
        <p:spPr>
          <a:xfrm>
            <a:off x="3724275" y="8362950"/>
            <a:ext cx="3143250" cy="9525"/>
          </a:xfrm>
          <a:prstGeom prst="rect">
            <a:avLst/>
          </a:prstGeom>
          <a:solidFill>
            <a:srgbClr val="68DEFF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Shape 69"/>
          <p:cNvSpPr/>
          <p:nvPr/>
        </p:nvSpPr>
        <p:spPr>
          <a:xfrm>
            <a:off x="3724275" y="7858125"/>
            <a:ext cx="3143250" cy="9525"/>
          </a:xfrm>
          <a:prstGeom prst="rect">
            <a:avLst/>
          </a:prstGeom>
          <a:solidFill>
            <a:srgbClr val="68DEFF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Shape 70"/>
          <p:cNvSpPr/>
          <p:nvPr/>
        </p:nvSpPr>
        <p:spPr>
          <a:xfrm>
            <a:off x="3724275" y="7858125"/>
            <a:ext cx="47625" cy="514350"/>
          </a:xfrm>
          <a:prstGeom prst="rect">
            <a:avLst/>
          </a:prstGeom>
          <a:solidFill>
            <a:srgbClr val="68D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Shape 71"/>
          <p:cNvSpPr/>
          <p:nvPr/>
        </p:nvSpPr>
        <p:spPr>
          <a:xfrm>
            <a:off x="6858000" y="7858125"/>
            <a:ext cx="9525" cy="514350"/>
          </a:xfrm>
          <a:prstGeom prst="rect">
            <a:avLst/>
          </a:prstGeom>
          <a:solidFill>
            <a:srgbClr val="68DEFF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Text 72"/>
          <p:cNvSpPr/>
          <p:nvPr/>
        </p:nvSpPr>
        <p:spPr>
          <a:xfrm>
            <a:off x="3924299" y="7962900"/>
            <a:ext cx="90487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</a:t>
            </a:r>
            <a:endParaRPr lang="en-US" sz="2400" dirty="0"/>
          </a:p>
        </p:txBody>
      </p:sp>
      <p:sp>
        <p:nvSpPr>
          <p:cNvPr id="76" name="Text 73"/>
          <p:cNvSpPr/>
          <p:nvPr/>
        </p:nvSpPr>
        <p:spPr>
          <a:xfrm>
            <a:off x="5180862" y="7943850"/>
            <a:ext cx="175703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68D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notebook</a:t>
            </a:r>
            <a:endParaRPr lang="en-US" sz="2400" dirty="0"/>
          </a:p>
        </p:txBody>
      </p:sp>
      <p:sp>
        <p:nvSpPr>
          <p:cNvPr id="77" name="Shape 74"/>
          <p:cNvSpPr/>
          <p:nvPr/>
        </p:nvSpPr>
        <p:spPr>
          <a:xfrm>
            <a:off x="7334249" y="7200900"/>
            <a:ext cx="4015853" cy="1390650"/>
          </a:xfrm>
          <a:prstGeom prst="rect">
            <a:avLst/>
          </a:prstGeom>
          <a:solidFill>
            <a:srgbClr val="050B32"/>
          </a:solidFill>
          <a:ln w="9525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5"/>
          <p:cNvSpPr/>
          <p:nvPr/>
        </p:nvSpPr>
        <p:spPr>
          <a:xfrm>
            <a:off x="7572375" y="7353300"/>
            <a:ext cx="345757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2</a:t>
            </a:r>
            <a:endParaRPr lang="en-US" sz="2250" dirty="0"/>
          </a:p>
        </p:txBody>
      </p:sp>
      <p:sp>
        <p:nvSpPr>
          <p:cNvPr id="79" name="Shape 76"/>
          <p:cNvSpPr/>
          <p:nvPr/>
        </p:nvSpPr>
        <p:spPr>
          <a:xfrm>
            <a:off x="7572375" y="7858125"/>
            <a:ext cx="3143250" cy="514350"/>
          </a:xfrm>
          <a:prstGeom prst="rect">
            <a:avLst/>
          </a:prstGeom>
          <a:solidFill>
            <a:srgbClr val="68DEFF">
              <a:alpha val="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" name="Shape 77"/>
          <p:cNvSpPr/>
          <p:nvPr/>
        </p:nvSpPr>
        <p:spPr>
          <a:xfrm>
            <a:off x="7572375" y="8362950"/>
            <a:ext cx="3143250" cy="9525"/>
          </a:xfrm>
          <a:prstGeom prst="rect">
            <a:avLst/>
          </a:prstGeom>
          <a:solidFill>
            <a:srgbClr val="68DEFF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1" name="Shape 78"/>
          <p:cNvSpPr/>
          <p:nvPr/>
        </p:nvSpPr>
        <p:spPr>
          <a:xfrm>
            <a:off x="7572375" y="7858125"/>
            <a:ext cx="3143250" cy="9525"/>
          </a:xfrm>
          <a:prstGeom prst="rect">
            <a:avLst/>
          </a:prstGeom>
          <a:solidFill>
            <a:srgbClr val="68DEFF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" name="Shape 79"/>
          <p:cNvSpPr/>
          <p:nvPr/>
        </p:nvSpPr>
        <p:spPr>
          <a:xfrm>
            <a:off x="7572375" y="7858125"/>
            <a:ext cx="47625" cy="514350"/>
          </a:xfrm>
          <a:prstGeom prst="rect">
            <a:avLst/>
          </a:prstGeom>
          <a:solidFill>
            <a:srgbClr val="68D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3" name="Shape 80"/>
          <p:cNvSpPr/>
          <p:nvPr/>
        </p:nvSpPr>
        <p:spPr>
          <a:xfrm>
            <a:off x="10706100" y="7858125"/>
            <a:ext cx="9525" cy="514350"/>
          </a:xfrm>
          <a:prstGeom prst="rect">
            <a:avLst/>
          </a:prstGeom>
          <a:solidFill>
            <a:srgbClr val="68DEFF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4" name="Text 81"/>
          <p:cNvSpPr/>
          <p:nvPr/>
        </p:nvSpPr>
        <p:spPr>
          <a:xfrm>
            <a:off x="7772399" y="7962900"/>
            <a:ext cx="90487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</a:t>
            </a:r>
            <a:endParaRPr lang="en-US" sz="2400" dirty="0"/>
          </a:p>
        </p:txBody>
      </p:sp>
      <p:sp>
        <p:nvSpPr>
          <p:cNvPr id="85" name="Text 82"/>
          <p:cNvSpPr/>
          <p:nvPr/>
        </p:nvSpPr>
        <p:spPr>
          <a:xfrm>
            <a:off x="9110988" y="7943850"/>
            <a:ext cx="175703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68D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notebook</a:t>
            </a:r>
            <a:endParaRPr lang="en-US" sz="2400" dirty="0"/>
          </a:p>
        </p:txBody>
      </p:sp>
      <p:sp>
        <p:nvSpPr>
          <p:cNvPr id="86" name="Shape 83"/>
          <p:cNvSpPr/>
          <p:nvPr/>
        </p:nvSpPr>
        <p:spPr>
          <a:xfrm>
            <a:off x="11182349" y="7200900"/>
            <a:ext cx="4015853" cy="1390650"/>
          </a:xfrm>
          <a:prstGeom prst="rect">
            <a:avLst/>
          </a:prstGeom>
          <a:solidFill>
            <a:srgbClr val="050B32"/>
          </a:solidFill>
          <a:ln w="9525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84"/>
          <p:cNvSpPr/>
          <p:nvPr/>
        </p:nvSpPr>
        <p:spPr>
          <a:xfrm>
            <a:off x="11420475" y="7353300"/>
            <a:ext cx="345757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</a:t>
            </a:r>
            <a:endParaRPr lang="en-US" sz="2250" dirty="0"/>
          </a:p>
        </p:txBody>
      </p:sp>
      <p:sp>
        <p:nvSpPr>
          <p:cNvPr id="88" name="Shape 85"/>
          <p:cNvSpPr/>
          <p:nvPr/>
        </p:nvSpPr>
        <p:spPr>
          <a:xfrm>
            <a:off x="11420475" y="7858125"/>
            <a:ext cx="3143250" cy="514350"/>
          </a:xfrm>
          <a:prstGeom prst="rect">
            <a:avLst/>
          </a:prstGeom>
          <a:solidFill>
            <a:srgbClr val="68DEFF">
              <a:alpha val="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9" name="Shape 86"/>
          <p:cNvSpPr/>
          <p:nvPr/>
        </p:nvSpPr>
        <p:spPr>
          <a:xfrm>
            <a:off x="11420475" y="8362950"/>
            <a:ext cx="3143250" cy="9525"/>
          </a:xfrm>
          <a:prstGeom prst="rect">
            <a:avLst/>
          </a:prstGeom>
          <a:solidFill>
            <a:srgbClr val="68DEFF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0" name="Shape 87"/>
          <p:cNvSpPr/>
          <p:nvPr/>
        </p:nvSpPr>
        <p:spPr>
          <a:xfrm>
            <a:off x="11420475" y="7858125"/>
            <a:ext cx="3143250" cy="9525"/>
          </a:xfrm>
          <a:prstGeom prst="rect">
            <a:avLst/>
          </a:prstGeom>
          <a:solidFill>
            <a:srgbClr val="68DEFF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1" name="Shape 88"/>
          <p:cNvSpPr/>
          <p:nvPr/>
        </p:nvSpPr>
        <p:spPr>
          <a:xfrm>
            <a:off x="11420475" y="7858125"/>
            <a:ext cx="47625" cy="514350"/>
          </a:xfrm>
          <a:prstGeom prst="rect">
            <a:avLst/>
          </a:prstGeom>
          <a:solidFill>
            <a:srgbClr val="68D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2" name="Shape 89"/>
          <p:cNvSpPr/>
          <p:nvPr/>
        </p:nvSpPr>
        <p:spPr>
          <a:xfrm>
            <a:off x="14554200" y="7858125"/>
            <a:ext cx="9525" cy="514350"/>
          </a:xfrm>
          <a:prstGeom prst="rect">
            <a:avLst/>
          </a:prstGeom>
          <a:solidFill>
            <a:srgbClr val="68DEFF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3" name="Text 90"/>
          <p:cNvSpPr/>
          <p:nvPr/>
        </p:nvSpPr>
        <p:spPr>
          <a:xfrm>
            <a:off x="11620499" y="7962900"/>
            <a:ext cx="90487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</a:t>
            </a:r>
            <a:endParaRPr lang="en-US" sz="2400" dirty="0"/>
          </a:p>
        </p:txBody>
      </p:sp>
      <p:sp>
        <p:nvSpPr>
          <p:cNvPr id="94" name="Text 91"/>
          <p:cNvSpPr/>
          <p:nvPr/>
        </p:nvSpPr>
        <p:spPr>
          <a:xfrm>
            <a:off x="12982684" y="7962900"/>
            <a:ext cx="175703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68D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notebook</a:t>
            </a:r>
            <a:endParaRPr lang="en-US" sz="2400" dirty="0"/>
          </a:p>
        </p:txBody>
      </p:sp>
      <p:sp>
        <p:nvSpPr>
          <p:cNvPr id="95" name="Shape 92"/>
          <p:cNvSpPr/>
          <p:nvPr/>
        </p:nvSpPr>
        <p:spPr>
          <a:xfrm>
            <a:off x="685800" y="9556561"/>
            <a:ext cx="381000" cy="28575"/>
          </a:xfrm>
          <a:prstGeom prst="rect">
            <a:avLst/>
          </a:prstGeom>
          <a:solidFill>
            <a:srgbClr val="68D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6" name="Text 93"/>
          <p:cNvSpPr/>
          <p:nvPr/>
        </p:nvSpPr>
        <p:spPr>
          <a:xfrm>
            <a:off x="1384006" y="9337328"/>
            <a:ext cx="11538116" cy="10258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90A7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Obsidian two-way sync — whole vault replicated to every device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1428</TotalTime>
  <Words>114</Words>
  <Application>Microsoft Office PowerPoint</Application>
  <PresentationFormat>Custom</PresentationFormat>
  <Paragraphs>52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Courier New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Morgana Kinlan</cp:lastModifiedBy>
  <cp:revision>2</cp:revision>
  <dcterms:created xsi:type="dcterms:W3CDTF">2026-09-04T21:45:04Z</dcterms:created>
  <dcterms:modified xsi:type="dcterms:W3CDTF">2026-09-13T22:43:58Z</dcterms:modified>
</cp:coreProperties>
</file>