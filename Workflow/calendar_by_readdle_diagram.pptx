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4"/>
  </p:sldMasterIdLst>
  <p:notesMasterIdLst>
    <p:notesMasterId r:id="rId6"/>
  </p:notesMasterIdLst>
  <p:handoutMasterIdLst>
    <p:handoutMasterId r:id="rId7"/>
  </p:handoutMasterIdLst>
  <p:sldIdLst>
    <p:sldId id="153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A4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57" autoAdjust="0"/>
    <p:restoredTop sz="89944" autoAdjust="0"/>
  </p:normalViewPr>
  <p:slideViewPr>
    <p:cSldViewPr snapToGrid="0">
      <p:cViewPr varScale="1">
        <p:scale>
          <a:sx n="81" d="100"/>
          <a:sy n="81" d="100"/>
        </p:scale>
        <p:origin x="888" y="62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rgana Kinlan" userId="3b2e3c3d-6384-4c67-8f93-28d420f397d1" providerId="ADAL" clId="{3BF7AE18-1FAB-4795-9774-55C4DA4B9AAB}"/>
    <pc:docChg chg="undo custSel addSld delSld modSld">
      <pc:chgData name="Morgana Kinlan" userId="3b2e3c3d-6384-4c67-8f93-28d420f397d1" providerId="ADAL" clId="{3BF7AE18-1FAB-4795-9774-55C4DA4B9AAB}" dt="2026-09-14T16:57:17.751" v="27" actId="47"/>
      <pc:docMkLst>
        <pc:docMk/>
      </pc:docMkLst>
      <pc:sldChg chg="del">
        <pc:chgData name="Morgana Kinlan" userId="3b2e3c3d-6384-4c67-8f93-28d420f397d1" providerId="ADAL" clId="{3BF7AE18-1FAB-4795-9774-55C4DA4B9AAB}" dt="2026-09-14T16:56:56.727" v="15" actId="47"/>
        <pc:sldMkLst>
          <pc:docMk/>
          <pc:sldMk cId="0" sldId="263"/>
        </pc:sldMkLst>
      </pc:sldChg>
      <pc:sldChg chg="del">
        <pc:chgData name="Morgana Kinlan" userId="3b2e3c3d-6384-4c67-8f93-28d420f397d1" providerId="ADAL" clId="{3BF7AE18-1FAB-4795-9774-55C4DA4B9AAB}" dt="2026-09-14T16:56:57.017" v="17" actId="47"/>
        <pc:sldMkLst>
          <pc:docMk/>
          <pc:sldMk cId="0" sldId="265"/>
        </pc:sldMkLst>
      </pc:sldChg>
      <pc:sldChg chg="del">
        <pc:chgData name="Morgana Kinlan" userId="3b2e3c3d-6384-4c67-8f93-28d420f397d1" providerId="ADAL" clId="{3BF7AE18-1FAB-4795-9774-55C4DA4B9AAB}" dt="2026-09-14T16:56:58.093" v="19" actId="47"/>
        <pc:sldMkLst>
          <pc:docMk/>
          <pc:sldMk cId="0" sldId="266"/>
        </pc:sldMkLst>
      </pc:sldChg>
      <pc:sldChg chg="del">
        <pc:chgData name="Morgana Kinlan" userId="3b2e3c3d-6384-4c67-8f93-28d420f397d1" providerId="ADAL" clId="{3BF7AE18-1FAB-4795-9774-55C4DA4B9AAB}" dt="2026-09-14T16:56:58.951" v="21" actId="47"/>
        <pc:sldMkLst>
          <pc:docMk/>
          <pc:sldMk cId="0" sldId="267"/>
        </pc:sldMkLst>
      </pc:sldChg>
      <pc:sldChg chg="del">
        <pc:chgData name="Morgana Kinlan" userId="3b2e3c3d-6384-4c67-8f93-28d420f397d1" providerId="ADAL" clId="{3BF7AE18-1FAB-4795-9774-55C4DA4B9AAB}" dt="2026-09-14T16:56:59.366" v="22" actId="47"/>
        <pc:sldMkLst>
          <pc:docMk/>
          <pc:sldMk cId="0" sldId="268"/>
        </pc:sldMkLst>
      </pc:sldChg>
      <pc:sldChg chg="del">
        <pc:chgData name="Morgana Kinlan" userId="3b2e3c3d-6384-4c67-8f93-28d420f397d1" providerId="ADAL" clId="{3BF7AE18-1FAB-4795-9774-55C4DA4B9AAB}" dt="2026-09-14T16:56:59.810" v="23" actId="47"/>
        <pc:sldMkLst>
          <pc:docMk/>
          <pc:sldMk cId="0" sldId="280"/>
        </pc:sldMkLst>
      </pc:sldChg>
      <pc:sldChg chg="del">
        <pc:chgData name="Morgana Kinlan" userId="3b2e3c3d-6384-4c67-8f93-28d420f397d1" providerId="ADAL" clId="{3BF7AE18-1FAB-4795-9774-55C4DA4B9AAB}" dt="2026-09-14T16:56:56.393" v="13" actId="47"/>
        <pc:sldMkLst>
          <pc:docMk/>
          <pc:sldMk cId="4268398926" sldId="283"/>
        </pc:sldMkLst>
      </pc:sldChg>
      <pc:sldChg chg="del">
        <pc:chgData name="Morgana Kinlan" userId="3b2e3c3d-6384-4c67-8f93-28d420f397d1" providerId="ADAL" clId="{3BF7AE18-1FAB-4795-9774-55C4DA4B9AAB}" dt="2026-09-14T16:56:56.594" v="14" actId="47"/>
        <pc:sldMkLst>
          <pc:docMk/>
          <pc:sldMk cId="4217881309" sldId="284"/>
        </pc:sldMkLst>
      </pc:sldChg>
      <pc:sldChg chg="del">
        <pc:chgData name="Morgana Kinlan" userId="3b2e3c3d-6384-4c67-8f93-28d420f397d1" providerId="ADAL" clId="{3BF7AE18-1FAB-4795-9774-55C4DA4B9AAB}" dt="2026-09-14T16:56:56.871" v="16" actId="47"/>
        <pc:sldMkLst>
          <pc:docMk/>
          <pc:sldMk cId="4056712726" sldId="285"/>
        </pc:sldMkLst>
      </pc:sldChg>
      <pc:sldChg chg="del">
        <pc:chgData name="Morgana Kinlan" userId="3b2e3c3d-6384-4c67-8f93-28d420f397d1" providerId="ADAL" clId="{3BF7AE18-1FAB-4795-9774-55C4DA4B9AAB}" dt="2026-09-14T16:56:41.916" v="3" actId="47"/>
        <pc:sldMkLst>
          <pc:docMk/>
          <pc:sldMk cId="1751885377" sldId="1499"/>
        </pc:sldMkLst>
      </pc:sldChg>
      <pc:sldChg chg="del">
        <pc:chgData name="Morgana Kinlan" userId="3b2e3c3d-6384-4c67-8f93-28d420f397d1" providerId="ADAL" clId="{3BF7AE18-1FAB-4795-9774-55C4DA4B9AAB}" dt="2026-09-14T16:57:00.569" v="24" actId="47"/>
        <pc:sldMkLst>
          <pc:docMk/>
          <pc:sldMk cId="3272732094" sldId="1512"/>
        </pc:sldMkLst>
      </pc:sldChg>
      <pc:sldChg chg="del">
        <pc:chgData name="Morgana Kinlan" userId="3b2e3c3d-6384-4c67-8f93-28d420f397d1" providerId="ADAL" clId="{3BF7AE18-1FAB-4795-9774-55C4DA4B9AAB}" dt="2026-09-14T16:56:41.303" v="2" actId="47"/>
        <pc:sldMkLst>
          <pc:docMk/>
          <pc:sldMk cId="3408536552" sldId="1515"/>
        </pc:sldMkLst>
      </pc:sldChg>
      <pc:sldChg chg="del">
        <pc:chgData name="Morgana Kinlan" userId="3b2e3c3d-6384-4c67-8f93-28d420f397d1" providerId="ADAL" clId="{3BF7AE18-1FAB-4795-9774-55C4DA4B9AAB}" dt="2026-09-14T16:57:14.632" v="26" actId="47"/>
        <pc:sldMkLst>
          <pc:docMk/>
          <pc:sldMk cId="396911713" sldId="1519"/>
        </pc:sldMkLst>
      </pc:sldChg>
      <pc:sldChg chg="del">
        <pc:chgData name="Morgana Kinlan" userId="3b2e3c3d-6384-4c67-8f93-28d420f397d1" providerId="ADAL" clId="{3BF7AE18-1FAB-4795-9774-55C4DA4B9AAB}" dt="2026-09-14T16:56:44.509" v="5" actId="47"/>
        <pc:sldMkLst>
          <pc:docMk/>
          <pc:sldMk cId="848145152" sldId="1521"/>
        </pc:sldMkLst>
      </pc:sldChg>
      <pc:sldChg chg="del">
        <pc:chgData name="Morgana Kinlan" userId="3b2e3c3d-6384-4c67-8f93-28d420f397d1" providerId="ADAL" clId="{3BF7AE18-1FAB-4795-9774-55C4DA4B9AAB}" dt="2026-09-14T16:56:40.318" v="0" actId="47"/>
        <pc:sldMkLst>
          <pc:docMk/>
          <pc:sldMk cId="456322917" sldId="1525"/>
        </pc:sldMkLst>
      </pc:sldChg>
      <pc:sldChg chg="del">
        <pc:chgData name="Morgana Kinlan" userId="3b2e3c3d-6384-4c67-8f93-28d420f397d1" providerId="ADAL" clId="{3BF7AE18-1FAB-4795-9774-55C4DA4B9AAB}" dt="2026-09-14T16:56:40.728" v="1" actId="47"/>
        <pc:sldMkLst>
          <pc:docMk/>
          <pc:sldMk cId="3998022516" sldId="1526"/>
        </pc:sldMkLst>
      </pc:sldChg>
      <pc:sldChg chg="del">
        <pc:chgData name="Morgana Kinlan" userId="3b2e3c3d-6384-4c67-8f93-28d420f397d1" providerId="ADAL" clId="{3BF7AE18-1FAB-4795-9774-55C4DA4B9AAB}" dt="2026-09-14T16:56:42.767" v="4" actId="47"/>
        <pc:sldMkLst>
          <pc:docMk/>
          <pc:sldMk cId="3827938872" sldId="1527"/>
        </pc:sldMkLst>
      </pc:sldChg>
      <pc:sldChg chg="modNotesTx">
        <pc:chgData name="Morgana Kinlan" userId="3b2e3c3d-6384-4c67-8f93-28d420f397d1" providerId="ADAL" clId="{3BF7AE18-1FAB-4795-9774-55C4DA4B9AAB}" dt="2026-09-14T16:57:08.418" v="25" actId="6549"/>
        <pc:sldMkLst>
          <pc:docMk/>
          <pc:sldMk cId="1041474206" sldId="1530"/>
        </pc:sldMkLst>
      </pc:sldChg>
      <pc:sldChg chg="del">
        <pc:chgData name="Morgana Kinlan" userId="3b2e3c3d-6384-4c67-8f93-28d420f397d1" providerId="ADAL" clId="{3BF7AE18-1FAB-4795-9774-55C4DA4B9AAB}" dt="2026-09-14T16:56:56.091" v="12" actId="47"/>
        <pc:sldMkLst>
          <pc:docMk/>
          <pc:sldMk cId="1702866641" sldId="1532"/>
        </pc:sldMkLst>
      </pc:sldChg>
      <pc:sldChg chg="add del">
        <pc:chgData name="Morgana Kinlan" userId="3b2e3c3d-6384-4c67-8f93-28d420f397d1" providerId="ADAL" clId="{3BF7AE18-1FAB-4795-9774-55C4DA4B9AAB}" dt="2026-09-14T16:57:17.751" v="27" actId="47"/>
        <pc:sldMkLst>
          <pc:docMk/>
          <pc:sldMk cId="663339532" sldId="1533"/>
        </pc:sldMkLst>
      </pc:sldChg>
      <pc:sldChg chg="del">
        <pc:chgData name="Morgana Kinlan" userId="3b2e3c3d-6384-4c67-8f93-28d420f397d1" providerId="ADAL" clId="{3BF7AE18-1FAB-4795-9774-55C4DA4B9AAB}" dt="2026-09-14T16:56:54.497" v="10" actId="47"/>
        <pc:sldMkLst>
          <pc:docMk/>
          <pc:sldMk cId="516364053" sldId="1535"/>
        </pc:sldMkLst>
      </pc:sldChg>
      <pc:sldChg chg="del">
        <pc:chgData name="Morgana Kinlan" userId="3b2e3c3d-6384-4c67-8f93-28d420f397d1" providerId="ADAL" clId="{3BF7AE18-1FAB-4795-9774-55C4DA4B9AAB}" dt="2026-09-14T16:56:55.787" v="11" actId="47"/>
        <pc:sldMkLst>
          <pc:docMk/>
          <pc:sldMk cId="237410893" sldId="1536"/>
        </pc:sldMkLst>
      </pc:sldChg>
      <pc:sldChg chg="del">
        <pc:chgData name="Morgana Kinlan" userId="3b2e3c3d-6384-4c67-8f93-28d420f397d1" providerId="ADAL" clId="{3BF7AE18-1FAB-4795-9774-55C4DA4B9AAB}" dt="2026-09-14T16:56:57.766" v="18" actId="47"/>
        <pc:sldMkLst>
          <pc:docMk/>
          <pc:sldMk cId="613422738" sldId="1537"/>
        </pc:sldMkLst>
      </pc:sldChg>
      <pc:sldChg chg="del">
        <pc:chgData name="Morgana Kinlan" userId="3b2e3c3d-6384-4c67-8f93-28d420f397d1" providerId="ADAL" clId="{3BF7AE18-1FAB-4795-9774-55C4DA4B9AAB}" dt="2026-09-14T16:56:58.520" v="20" actId="47"/>
        <pc:sldMkLst>
          <pc:docMk/>
          <pc:sldMk cId="3810655195" sldId="1538"/>
        </pc:sldMkLst>
      </pc:sldChg>
      <pc:sldChg chg="del">
        <pc:chgData name="Morgana Kinlan" userId="3b2e3c3d-6384-4c67-8f93-28d420f397d1" providerId="ADAL" clId="{3BF7AE18-1FAB-4795-9774-55C4DA4B9AAB}" dt="2026-09-14T16:56:45.647" v="6" actId="47"/>
        <pc:sldMkLst>
          <pc:docMk/>
          <pc:sldMk cId="531399819" sldId="1542"/>
        </pc:sldMkLst>
      </pc:sldChg>
      <pc:sldChg chg="del">
        <pc:chgData name="Morgana Kinlan" userId="3b2e3c3d-6384-4c67-8f93-28d420f397d1" providerId="ADAL" clId="{3BF7AE18-1FAB-4795-9774-55C4DA4B9AAB}" dt="2026-09-14T16:56:46.249" v="7" actId="47"/>
        <pc:sldMkLst>
          <pc:docMk/>
          <pc:sldMk cId="468970066" sldId="1543"/>
        </pc:sldMkLst>
      </pc:sldChg>
      <pc:sldMasterChg chg="delSldLayout">
        <pc:chgData name="Morgana Kinlan" userId="3b2e3c3d-6384-4c67-8f93-28d420f397d1" providerId="ADAL" clId="{3BF7AE18-1FAB-4795-9774-55C4DA4B9AAB}" dt="2026-09-14T16:56:59.810" v="23" actId="47"/>
        <pc:sldMasterMkLst>
          <pc:docMk/>
          <pc:sldMasterMk cId="1709973695" sldId="2147483773"/>
        </pc:sldMasterMkLst>
        <pc:sldLayoutChg chg="del">
          <pc:chgData name="Morgana Kinlan" userId="3b2e3c3d-6384-4c67-8f93-28d420f397d1" providerId="ADAL" clId="{3BF7AE18-1FAB-4795-9774-55C4DA4B9AAB}" dt="2026-09-14T16:56:59.810" v="23" actId="47"/>
          <pc:sldLayoutMkLst>
            <pc:docMk/>
            <pc:sldMasterMk cId="1709973695" sldId="2147483773"/>
            <pc:sldLayoutMk cId="1574572588" sldId="2147483838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848E3-5647-75A6-AD18-9DAF98B8F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F3190E-7631-1F7F-9B06-E2353E2AF8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E0242D-47C8-5227-6998-A547F18D42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F8F2D-8A07-A07A-91A4-6B7B2D841C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590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5109526"/>
            <a:ext cx="10923936" cy="641279"/>
          </a:xfrm>
        </p:spPr>
        <p:txBody>
          <a:bodyPr anchor="b">
            <a:noAutofit/>
          </a:bodyPr>
          <a:lstStyle>
            <a:lvl1pPr algn="l">
              <a:defRPr sz="5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" name="Subtitle 2">
            <a:extLst>
              <a:ext uri="{FF2B5EF4-FFF2-40B4-BE49-F238E27FC236}">
                <a16:creationId xmlns:a16="http://schemas.microsoft.com/office/drawing/2014/main" id="{CDE85611-F29A-5B31-8523-08B6A1185C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9" y="5811724"/>
            <a:ext cx="10923936" cy="40929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 t="-40" b="-40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4029" y="6211605"/>
            <a:ext cx="36576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700589" y="6212217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C7524BB-F0A6-4140-A8AB-1C8A7E34AB03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009325" y="6221013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780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6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/>
          <a:p>
            <a:fld id="{7E574385-C0BA-734A-92FC-17834D8EB701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4096" y="1016954"/>
            <a:ext cx="4306487" cy="3345811"/>
          </a:xfrm>
        </p:spPr>
        <p:txBody>
          <a:bodyPr anchor="b">
            <a:noAutofit/>
          </a:bodyPr>
          <a:lstStyle>
            <a:lvl1pPr algn="l">
              <a:defRPr sz="6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4095" y="4743765"/>
            <a:ext cx="4333869" cy="147923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 l="-32" r="-32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4097" y="0"/>
            <a:ext cx="2447917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58467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6C3E8657-ED4F-2349-80D5-3F1287888601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253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1001715"/>
            <a:ext cx="4714880" cy="3360095"/>
          </a:xfrm>
        </p:spPr>
        <p:txBody>
          <a:bodyPr anchor="t">
            <a:noAutofit/>
          </a:bodyPr>
          <a:lstStyle>
            <a:lvl1pPr algn="l">
              <a:defRPr sz="6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4728526"/>
            <a:ext cx="4714880" cy="14944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4030" y="3586"/>
            <a:ext cx="3154768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845379" y="3586"/>
            <a:ext cx="89831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AA7185-3F7E-9249-BB9E-706C38E229BC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00270" y="3586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2" y="0"/>
            <a:ext cx="628649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576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011936"/>
            <a:ext cx="7538425" cy="3172503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6000" u="sng" cap="all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7" y="4728525"/>
            <a:ext cx="7538425" cy="1494475"/>
          </a:xfrm>
        </p:spPr>
        <p:txBody>
          <a:bodyPr anchor="b">
            <a:normAutofit/>
          </a:bodyPr>
          <a:lstStyle>
            <a:lvl1pPr marL="0" indent="0" algn="l">
              <a:lnSpc>
                <a:spcPct val="75000"/>
              </a:lnSpc>
              <a:spcBef>
                <a:spcPts val="0"/>
              </a:spcBef>
              <a:spcAft>
                <a:spcPts val="60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fld id="{99A48728-1D9C-2F4B-9F0A-BC2AEDF455B4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079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1011936"/>
            <a:ext cx="8095016" cy="3335590"/>
          </a:xfrm>
        </p:spPr>
        <p:txBody>
          <a:bodyPr anchor="b">
            <a:normAutofit/>
          </a:bodyPr>
          <a:lstStyle>
            <a:lvl1pPr algn="l">
              <a:defRPr sz="6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9" y="4728526"/>
            <a:ext cx="8095015" cy="1117538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FDA9-B56F-3D40-BA5C-830FD973E5D1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958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2" y="1011936"/>
            <a:ext cx="7924802" cy="3350830"/>
          </a:xfrm>
        </p:spPr>
        <p:txBody>
          <a:bodyPr anchor="b">
            <a:normAutofit/>
          </a:bodyPr>
          <a:lstStyle>
            <a:lvl1pPr algn="ctr">
              <a:defRPr sz="60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3602" y="4728526"/>
            <a:ext cx="7924801" cy="111753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04B425-AD26-2748-9379-4D52F1178C82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856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2AC2E79-609C-0D1A-9B21-608288E7C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634999"/>
            <a:ext cx="7152035" cy="5588001"/>
          </a:xfrm>
        </p:spPr>
        <p:txBody>
          <a:bodyPr anchor="b">
            <a:normAutofit/>
          </a:bodyPr>
          <a:lstStyle>
            <a:lvl1pPr algn="l">
              <a:defRPr sz="75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03C4BE1-6BC7-07DF-D465-C3B7FD2F9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2448" y="634999"/>
            <a:ext cx="3385516" cy="1494477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502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2AC2E79-609C-0D1A-9B21-608288E7C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634999"/>
            <a:ext cx="7152035" cy="5588001"/>
          </a:xfrm>
        </p:spPr>
        <p:txBody>
          <a:bodyPr anchor="b">
            <a:normAutofit/>
          </a:bodyPr>
          <a:lstStyle>
            <a:lvl1pPr algn="l">
              <a:defRPr sz="75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03C4BE1-6BC7-07DF-D465-C3B7FD2F9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2448" y="634999"/>
            <a:ext cx="3385516" cy="1494477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b="1" i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677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748474"/>
            <a:ext cx="7538425" cy="4474526"/>
          </a:xfrm>
        </p:spPr>
        <p:txBody>
          <a:bodyPr anchor="b">
            <a:normAutofit/>
          </a:bodyPr>
          <a:lstStyle>
            <a:lvl1pPr algn="l"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5051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748474"/>
            <a:ext cx="7538425" cy="4474526"/>
          </a:xfrm>
        </p:spPr>
        <p:txBody>
          <a:bodyPr anchor="b">
            <a:normAutofit/>
          </a:bodyPr>
          <a:lstStyle>
            <a:lvl1pPr algn="l"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7587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lcom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5652464" cy="2613336"/>
          </a:xfrm>
        </p:spPr>
        <p:txBody>
          <a:bodyPr anchor="b">
            <a:noAutofit/>
          </a:bodyPr>
          <a:lstStyle>
            <a:lvl1pPr>
              <a:defRPr sz="6000" u="sng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F2758A-C3D6-E84B-B3E9-757EFEF52D55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29" y="3996050"/>
            <a:ext cx="5652464" cy="2226950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Picture Placeholder 7">
            <a:extLst>
              <a:ext uri="{FF2B5EF4-FFF2-40B4-BE49-F238E27FC236}">
                <a16:creationId xmlns:a16="http://schemas.microsoft.com/office/drawing/2014/main" id="{DEE8CE2C-7AFC-E265-19EB-F76884D599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43095" y="630936"/>
            <a:ext cx="4714870" cy="5592064"/>
          </a:xfrm>
          <a:blipFill dpi="0" rotWithShape="1">
            <a:blip r:embed="rId2">
              <a:alphaModFix amt="60000"/>
            </a:blip>
            <a:srcRect/>
            <a:stretch>
              <a:fillRect l="-40" r="-40"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9107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001715"/>
            <a:ext cx="4663440" cy="2241233"/>
          </a:xfrm>
        </p:spPr>
        <p:txBody>
          <a:bodyPr anchor="t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3095" y="0"/>
            <a:ext cx="282891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7112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EEECD8D-53A7-3A4F-8909-5ECB0FEF37FB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3623950"/>
            <a:ext cx="4663440" cy="2539106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sz="1600">
                <a:solidFill>
                  <a:schemeClr val="tx1"/>
                </a:solidFill>
              </a:defRPr>
            </a:lvl3pPr>
            <a:lvl4pPr marL="10287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43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2129475"/>
            <a:ext cx="4719430" cy="2599051"/>
          </a:xfrm>
        </p:spPr>
        <p:txBody>
          <a:bodyPr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07E3B5C-D099-9543-A57D-129299D311F4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3095" y="2129475"/>
            <a:ext cx="4158283" cy="2599051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89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748474"/>
            <a:ext cx="4328498" cy="3726812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FDDB5BF-28B0-5C4D-A64A-E611B8C77204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748473"/>
            <a:ext cx="6209053" cy="37268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17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381759"/>
            <a:ext cx="4347849" cy="4841241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82B860-5E2A-1340-A6D3-E276E55F2222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381759"/>
            <a:ext cx="6209054" cy="484124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2883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001715"/>
            <a:ext cx="4347850" cy="4855526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676C7A-4B29-7743-AB3A-5EEF28262A7C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001715"/>
            <a:ext cx="6209053" cy="485552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5749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2" y="1001715"/>
            <a:ext cx="3385529" cy="5221285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826AE1-158D-A74A-A5C8-25E57C484C69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05935" y="1001715"/>
            <a:ext cx="7152029" cy="522128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1736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10923935" cy="1127760"/>
          </a:xfrm>
        </p:spPr>
        <p:txBody>
          <a:bodyPr>
            <a:noAutofit/>
          </a:bodyPr>
          <a:lstStyle>
            <a:lvl1pPr>
              <a:defRPr sz="6000" u="sng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1EC562-4E50-D34B-8F39-5DD0D018EB66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29" y="2495234"/>
            <a:ext cx="10923935" cy="372776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7858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11936"/>
            <a:ext cx="8481400" cy="1484254"/>
          </a:xfrm>
        </p:spPr>
        <p:txBody>
          <a:bodyPr anchor="t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EDD5DD5-92AA-6440-87DE-277C532BE8AC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29" y="2877190"/>
            <a:ext cx="8481400" cy="334581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>
                <a:solidFill>
                  <a:schemeClr val="tx1"/>
                </a:solidFill>
              </a:defRPr>
            </a:lvl1pPr>
            <a:lvl2pPr marL="685800" indent="-457200"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3pPr>
            <a:lvl4pPr marL="1028700" indent="-342900">
              <a:buFont typeface="+mj-lt"/>
              <a:buAutoNum type="arabicPeriod"/>
              <a:defRPr sz="1600">
                <a:solidFill>
                  <a:schemeClr val="tx1"/>
                </a:solidFill>
              </a:defRPr>
            </a:lvl4pPr>
            <a:lvl5pPr marL="12573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8270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8911" y="1001714"/>
            <a:ext cx="6209053" cy="1122374"/>
          </a:xfrm>
        </p:spPr>
        <p:txBody>
          <a:bodyPr anchor="t"/>
          <a:lstStyle>
            <a:lvl1pPr>
              <a:defRPr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6" y="0"/>
            <a:ext cx="282891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700589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C78A78-9BD4-2540-9BAB-27AD9352B454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90490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8911" y="2496189"/>
            <a:ext cx="6209053" cy="372681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385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4"/>
            <a:ext cx="6209066" cy="1121419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34028" y="0"/>
            <a:ext cx="3181348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859766" y="0"/>
            <a:ext cx="896113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5BCBD1-B884-5B4C-ACE8-81AA2A39E888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800270" y="0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8" y="2495234"/>
            <a:ext cx="6209066" cy="372776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62823" y="0"/>
            <a:ext cx="492917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7176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936" y="1001714"/>
            <a:ext cx="7152028" cy="1122374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1954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71664" y="0"/>
            <a:ext cx="2800349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700589" y="0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61CBF7-6530-194B-9FC2-12E7E7738880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2496189"/>
            <a:ext cx="7152028" cy="37268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263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4"/>
            <a:ext cx="6587506" cy="1112519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8" y="2495234"/>
            <a:ext cx="6595451" cy="372776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34028" y="0"/>
            <a:ext cx="3177059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848478" y="0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FA5E271-D672-F147-B371-ABF5E56F00EC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800269" y="0"/>
            <a:ext cx="548641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72454" y="0"/>
            <a:ext cx="401954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457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3095" y="1019803"/>
            <a:ext cx="4714869" cy="1109672"/>
          </a:xfrm>
        </p:spPr>
        <p:txBody>
          <a:bodyPr anchor="t"/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28649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3095" y="0"/>
            <a:ext cx="2828918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0581" y="0"/>
            <a:ext cx="914407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79DE5A-E0D1-2647-9D82-FBDAE5DFB807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514279"/>
            <a:ext cx="4714869" cy="37087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004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5"/>
            <a:ext cx="4714881" cy="1108746"/>
          </a:xfrm>
        </p:spPr>
        <p:txBody>
          <a:bodyPr anchor="t"/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2515204"/>
            <a:ext cx="4714881" cy="37077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8" y="0"/>
            <a:ext cx="280540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30190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E69D102-A2FD-8743-85DB-14F8D0C32AC3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0270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2" y="0"/>
            <a:ext cx="628649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333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3095" y="1011935"/>
            <a:ext cx="4714869" cy="1112153"/>
          </a:xfrm>
        </p:spPr>
        <p:txBody>
          <a:bodyPr anchor="b"/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3237" y="0"/>
            <a:ext cx="283687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87910" y="0"/>
            <a:ext cx="92708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A9F1854-4AF0-ED49-AE83-182A816927B5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9" y="630936"/>
            <a:ext cx="5652469" cy="5592063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61021" y="2496190"/>
            <a:ext cx="4696943" cy="37268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390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4"/>
            <a:ext cx="4714880" cy="1121417"/>
          </a:xfrm>
        </p:spPr>
        <p:txBody>
          <a:bodyPr anchor="t"/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8" y="0"/>
            <a:ext cx="280540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8478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E8F57D1-DD5E-4E44-98C5-7D5639D55A57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0269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2495233"/>
            <a:ext cx="4736136" cy="37277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2" y="0"/>
            <a:ext cx="628649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564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2454" y="992921"/>
            <a:ext cx="3385510" cy="1117539"/>
          </a:xfrm>
        </p:spPr>
        <p:txBody>
          <a:bodyPr anchor="t">
            <a:noAutofit/>
          </a:bodyPr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172454" y="0"/>
            <a:ext cx="1735843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911643" y="0"/>
            <a:ext cx="700007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B83C81-A524-F840-ABC9-B6BB50E4A13C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3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2454" y="2515204"/>
            <a:ext cx="3385510" cy="37077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650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5"/>
            <a:ext cx="3380187" cy="1108746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8" y="0"/>
            <a:ext cx="20837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23140" y="0"/>
            <a:ext cx="716293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BA8DA53-5E6D-4942-B673-3E50E3C9DB93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65575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2491461"/>
            <a:ext cx="3380313" cy="373153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9903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2454" y="994222"/>
            <a:ext cx="3385510" cy="1882967"/>
          </a:xfrm>
        </p:spPr>
        <p:txBody>
          <a:bodyPr anchor="b"/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2455" y="0"/>
            <a:ext cx="1735844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16244" y="0"/>
            <a:ext cx="695406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BA35C60-A52E-0F44-95C1-79561B62B391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34" name="Slide Number Placeholder 9">
            <a:extLst>
              <a:ext uri="{FF2B5EF4-FFF2-40B4-BE49-F238E27FC236}">
                <a16:creationId xmlns:a16="http://schemas.microsoft.com/office/drawing/2014/main" id="{64F22B5B-7B07-4638-1ED2-E13EDE05C19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2454" y="3251766"/>
            <a:ext cx="3385510" cy="297123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28600" indent="0"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 sz="1200">
                <a:solidFill>
                  <a:schemeClr val="tx1"/>
                </a:solidFill>
              </a:defRPr>
            </a:lvl3pPr>
            <a:lvl4pPr marL="685800" indent="0">
              <a:buNone/>
              <a:defRPr sz="1100">
                <a:solidFill>
                  <a:schemeClr val="tx1"/>
                </a:solidFill>
              </a:defRPr>
            </a:lvl4pPr>
            <a:lvl5pPr marL="914400" indent="0">
              <a:buNone/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6740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5100628"/>
            <a:ext cx="4328498" cy="1122373"/>
          </a:xfrm>
        </p:spPr>
        <p:txBody>
          <a:bodyPr anchor="t">
            <a:no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72852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100627"/>
            <a:ext cx="6208724" cy="1122373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6211605"/>
            <a:ext cx="36576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8540" y="6211605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5E8027-836D-F64B-BBF7-A246E67FE0A3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6211605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4981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4353866"/>
            <a:ext cx="2828932" cy="1869134"/>
          </a:xfrm>
        </p:spPr>
        <p:txBody>
          <a:bodyPr anchor="t">
            <a:norm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2" y="4353866"/>
            <a:ext cx="7538412" cy="1869134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3pPr>
            <a:lvl4pPr marL="85725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10858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6211605"/>
            <a:ext cx="36576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8540" y="6211605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D38C6B-BFF0-FA48-8F70-77BDD72A014D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6211605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7202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27443"/>
            <a:ext cx="2828926" cy="1826790"/>
          </a:xfrm>
        </p:spPr>
        <p:txBody>
          <a:bodyPr anchor="t">
            <a:norm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2" y="634999"/>
            <a:ext cx="7538412" cy="1861191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3pPr>
            <a:lvl4pPr marL="85725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10858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2805405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8540" y="0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0AF01B-D893-9C4D-8AB8-7E6079CED5E9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8258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1011936"/>
            <a:ext cx="10945318" cy="745437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4623E1-10D5-C048-8991-E2228A964ED1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2129474"/>
            <a:ext cx="6230450" cy="40935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4097" y="2129474"/>
            <a:ext cx="4333867" cy="412819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9039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5"/>
            <a:ext cx="4714881" cy="1121418"/>
          </a:xfrm>
        </p:spPr>
        <p:txBody>
          <a:bodyPr>
            <a:normAutofit/>
          </a:bodyPr>
          <a:lstStyle>
            <a:lvl1pPr>
              <a:defRPr sz="36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DB6E09-373C-2841-960E-B24A18A7C55D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8" y="2495234"/>
            <a:ext cx="4706938" cy="372776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86499" y="1001715"/>
            <a:ext cx="5292853" cy="522128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153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996695"/>
            <a:ext cx="3771907" cy="1126438"/>
          </a:xfrm>
        </p:spPr>
        <p:txBody>
          <a:bodyPr anchor="t">
            <a:normAutofit/>
          </a:bodyPr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CB72DF-080D-4042-863C-D2B08AB5E1E8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9" y="2495234"/>
            <a:ext cx="3717934" cy="372776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2" y="1005779"/>
            <a:ext cx="6615116" cy="53029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185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6" y="4531056"/>
            <a:ext cx="6209067" cy="1691943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C5D9B6A-47DB-D845-97C7-9775E46E650D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7" y="630937"/>
            <a:ext cx="6209067" cy="350433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9479" y="630937"/>
            <a:ext cx="4328485" cy="559206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2pPr>
            <a:lvl3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082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15" y="5109526"/>
            <a:ext cx="6209079" cy="1113474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2" y="1011935"/>
            <a:ext cx="10923942" cy="3716591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567802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3" y="5109526"/>
            <a:ext cx="7916856" cy="111347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11935"/>
            <a:ext cx="10923935" cy="3716591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8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3748766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3" y="5109526"/>
            <a:ext cx="7916856" cy="124555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11936"/>
            <a:ext cx="10923935" cy="3665730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None/>
              <a:defRPr sz="28000" b="0" i="0" u="sng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3354092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508" y="1001715"/>
            <a:ext cx="3393455" cy="5221285"/>
          </a:xfrm>
        </p:spPr>
        <p:txBody>
          <a:bodyPr anchor="b">
            <a:normAutofit/>
          </a:bodyPr>
          <a:lstStyle>
            <a:lvl1pPr algn="l">
              <a:lnSpc>
                <a:spcPct val="110000"/>
              </a:lnSpc>
              <a:defRPr sz="2000" b="1" i="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40964"/>
            <a:ext cx="7144095" cy="5846064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None/>
              <a:defRPr sz="28000" b="0" i="0" u="sng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147816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508" y="1001715"/>
            <a:ext cx="3393455" cy="5221285"/>
          </a:xfrm>
        </p:spPr>
        <p:txBody>
          <a:bodyPr anchor="b">
            <a:normAutofit/>
          </a:bodyPr>
          <a:lstStyle>
            <a:lvl1pPr algn="l">
              <a:lnSpc>
                <a:spcPct val="110000"/>
              </a:lnSpc>
              <a:defRPr sz="2000" b="1" i="0" u="none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40964"/>
            <a:ext cx="7144095" cy="5846064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None/>
              <a:defRPr sz="28000" b="0" i="0" u="sng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6726619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795663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A2AD571-8A42-FC4D-8DD1-0DD76ABF057B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001715"/>
            <a:ext cx="8502777" cy="522128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 u="sng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800" b="1" u="sng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400" b="1" u="sng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4000" b="1" u="sng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600" b="1" u="sng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89875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700784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F588B4-CB59-614E-93AB-9F331D0D8D83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764792"/>
            <a:ext cx="8481400" cy="44582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0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3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954089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891284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A8851A9-1959-C54C-A050-24BB5C598FE4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11936"/>
            <a:ext cx="8481400" cy="5211064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0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3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685041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891284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432BBD40-9FB7-E148-AC1B-3919D230BEB1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8" y="1011936"/>
            <a:ext cx="9074511" cy="5211064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6000" b="1" i="0" u="sng">
                <a:solidFill>
                  <a:schemeClr val="accent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1" i="0">
                <a:solidFill>
                  <a:schemeClr val="accent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1" i="0">
                <a:solidFill>
                  <a:schemeClr val="accent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 i="0">
                <a:solidFill>
                  <a:schemeClr val="accent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1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0430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7005" y="5475284"/>
            <a:ext cx="9037984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7B831F-0525-DF47-A6D2-509FE238C6D0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77004" y="1005779"/>
            <a:ext cx="9037985" cy="4103745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06903786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9066" y="5475285"/>
            <a:ext cx="9045923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3EBDBC-CFAC-9946-A2F3-D6402690E4D2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69066" y="1001715"/>
            <a:ext cx="9053874" cy="4107810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6334030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28" y="5475285"/>
            <a:ext cx="9074512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42C378-8FD2-C449-B7AA-6F7022066293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8" y="1011936"/>
            <a:ext cx="9037985" cy="371659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81588254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640203"/>
            <a:ext cx="10923934" cy="1099006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5AA9746-49E3-1D49-A044-597FC2272B5D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2120209"/>
            <a:ext cx="10923935" cy="4102791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647606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1001715"/>
            <a:ext cx="10923934" cy="747715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5AA9746-49E3-1D49-A044-597FC2272B5D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2120209"/>
            <a:ext cx="10923935" cy="4102791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587229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4" y="1010613"/>
            <a:ext cx="10945189" cy="746759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7BE2A0-CBC1-A842-B334-0B3B571BCC28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28" y="2129474"/>
            <a:ext cx="5271473" cy="40935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3941" y="2129475"/>
            <a:ext cx="5274021" cy="409352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74277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10614"/>
            <a:ext cx="10923934" cy="746760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54D687F-3261-A345-B9E7-76DD0579BB9D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28" y="2120575"/>
            <a:ext cx="5271474" cy="37561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3940" y="2120575"/>
            <a:ext cx="5274023" cy="37561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28" y="2877190"/>
            <a:ext cx="5266092" cy="33458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6500" y="2877190"/>
            <a:ext cx="5271464" cy="33458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462334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11936"/>
            <a:ext cx="10923935" cy="1865254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5C9DF99-DDC2-894B-B2EC-BE93B405C6CB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58173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7E1AAE6-D11F-2F46-A437-EC693200CDD7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33077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996695"/>
            <a:ext cx="3763961" cy="1314426"/>
          </a:xfrm>
        </p:spPr>
        <p:txBody>
          <a:bodyPr anchor="t">
            <a:normAutofit/>
          </a:bodyPr>
          <a:lstStyle>
            <a:lvl1pPr>
              <a:defRPr sz="28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95903C-EDC1-ED4F-958F-696903391605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8" y="2495234"/>
            <a:ext cx="3763961" cy="3727766"/>
          </a:xfrm>
        </p:spPr>
        <p:txBody>
          <a:bodyPr anchor="t"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474" y="1005779"/>
            <a:ext cx="6604492" cy="5217221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5055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30936"/>
            <a:ext cx="3793283" cy="2246253"/>
          </a:xfrm>
        </p:spPr>
        <p:txBody>
          <a:bodyPr anchor="t">
            <a:normAutofit/>
          </a:bodyPr>
          <a:lstStyle>
            <a:lvl1pPr>
              <a:defRPr sz="28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DC713B-25C9-B74A-9BBC-A695A5E98312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1" y="3242949"/>
            <a:ext cx="3763969" cy="3017826"/>
          </a:xfrm>
        </p:spPr>
        <p:txBody>
          <a:bodyPr anchor="b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2523" y="630937"/>
            <a:ext cx="6616830" cy="5592064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49805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982085"/>
            <a:ext cx="7538425" cy="1895105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D5279E-0E3B-B54D-9B59-E121D9B3AFDB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28" y="3242949"/>
            <a:ext cx="10923935" cy="2980051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394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81760"/>
            <a:ext cx="8481400" cy="1852292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9E747C-1B1C-1345-96BA-B9E64C23A7BC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3614097"/>
            <a:ext cx="8481400" cy="1861187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28600" indent="0"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buNone/>
              <a:defRPr sz="1800">
                <a:solidFill>
                  <a:schemeClr val="tx1"/>
                </a:solidFill>
              </a:defRPr>
            </a:lvl3pPr>
            <a:lvl4pPr marL="685800" indent="0">
              <a:buNone/>
              <a:defRPr sz="16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122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81760"/>
            <a:ext cx="7731038" cy="3346766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09DA23C4-A9FB-DB4A-B7DD-A0A5161EF3E0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5109526"/>
            <a:ext cx="6595450" cy="1113474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2pPr>
            <a:lvl3pPr marL="4572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3pPr>
            <a:lvl4pPr marL="6858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4pPr>
            <a:lvl5pPr marL="9144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0278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10923935" cy="14944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08540" y="0"/>
            <a:ext cx="914400" cy="630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  <a:latin typeface="+mj-lt"/>
              </a:defRPr>
            </a:lvl1pPr>
          </a:lstStyle>
          <a:p>
            <a:fld id="{D90E5A07-4FDA-D34C-BE60-17876FEEBAA5}" type="datetime1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4029" y="0"/>
            <a:ext cx="3657600" cy="630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9324" y="0"/>
            <a:ext cx="548640" cy="630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bg1"/>
                </a:solidFill>
                <a:latin typeface="+mj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29" y="2877190"/>
            <a:ext cx="10923935" cy="33458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973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9" r:id="rId5"/>
    <p:sldLayoutId id="2147483780" r:id="rId6"/>
    <p:sldLayoutId id="2147483781" r:id="rId7"/>
    <p:sldLayoutId id="2147483782" r:id="rId8"/>
    <p:sldLayoutId id="2147483832" r:id="rId9"/>
    <p:sldLayoutId id="2147483783" r:id="rId10"/>
    <p:sldLayoutId id="2147483833" r:id="rId11"/>
    <p:sldLayoutId id="2147483784" r:id="rId12"/>
    <p:sldLayoutId id="2147483785" r:id="rId13"/>
    <p:sldLayoutId id="2147483786" r:id="rId14"/>
    <p:sldLayoutId id="2147483787" r:id="rId15"/>
    <p:sldLayoutId id="2147483788" r:id="rId16"/>
    <p:sldLayoutId id="2147483789" r:id="rId17"/>
    <p:sldLayoutId id="2147483790" r:id="rId18"/>
    <p:sldLayoutId id="2147483791" r:id="rId19"/>
    <p:sldLayoutId id="2147483792" r:id="rId20"/>
    <p:sldLayoutId id="2147483793" r:id="rId21"/>
    <p:sldLayoutId id="2147483794" r:id="rId22"/>
    <p:sldLayoutId id="2147483795" r:id="rId23"/>
    <p:sldLayoutId id="2147483796" r:id="rId24"/>
    <p:sldLayoutId id="2147483797" r:id="rId25"/>
    <p:sldLayoutId id="2147483798" r:id="rId26"/>
    <p:sldLayoutId id="2147483799" r:id="rId27"/>
    <p:sldLayoutId id="2147483800" r:id="rId28"/>
    <p:sldLayoutId id="2147483801" r:id="rId29"/>
    <p:sldLayoutId id="2147483802" r:id="rId30"/>
    <p:sldLayoutId id="2147483803" r:id="rId31"/>
    <p:sldLayoutId id="2147483804" r:id="rId32"/>
    <p:sldLayoutId id="2147483805" r:id="rId33"/>
    <p:sldLayoutId id="2147483806" r:id="rId34"/>
    <p:sldLayoutId id="2147483807" r:id="rId35"/>
    <p:sldLayoutId id="2147483808" r:id="rId36"/>
    <p:sldLayoutId id="2147483809" r:id="rId37"/>
    <p:sldLayoutId id="2147483810" r:id="rId38"/>
    <p:sldLayoutId id="2147483811" r:id="rId39"/>
    <p:sldLayoutId id="2147483812" r:id="rId40"/>
    <p:sldLayoutId id="2147483813" r:id="rId41"/>
    <p:sldLayoutId id="2147483814" r:id="rId42"/>
    <p:sldLayoutId id="2147483834" r:id="rId43"/>
    <p:sldLayoutId id="2147483815" r:id="rId44"/>
    <p:sldLayoutId id="2147483816" r:id="rId45"/>
    <p:sldLayoutId id="2147483817" r:id="rId46"/>
    <p:sldLayoutId id="2147483818" r:id="rId47"/>
    <p:sldLayoutId id="2147483819" r:id="rId48"/>
    <p:sldLayoutId id="2147483820" r:id="rId49"/>
    <p:sldLayoutId id="2147483821" r:id="rId50"/>
    <p:sldLayoutId id="2147483822" r:id="rId51"/>
    <p:sldLayoutId id="2147483835" r:id="rId52"/>
    <p:sldLayoutId id="2147483823" r:id="rId53"/>
    <p:sldLayoutId id="2147483824" r:id="rId54"/>
    <p:sldLayoutId id="2147483825" r:id="rId55"/>
    <p:sldLayoutId id="2147483826" r:id="rId56"/>
    <p:sldLayoutId id="2147483827" r:id="rId57"/>
    <p:sldLayoutId id="2147483828" r:id="rId58"/>
    <p:sldLayoutId id="2147483829" r:id="rId59"/>
    <p:sldLayoutId id="2147483830" r:id="rId60"/>
    <p:sldLayoutId id="2147483831" r:id="rId6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1" u="sng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5A981-B0A4-730B-0F2B-A59549F27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E27C6C4-882B-307A-4C6D-E4FCD7162FDA}"/>
              </a:ext>
            </a:extLst>
          </p:cNvPr>
          <p:cNvCxnSpPr>
            <a:cxnSpLocks/>
          </p:cNvCxnSpPr>
          <p:nvPr/>
        </p:nvCxnSpPr>
        <p:spPr>
          <a:xfrm flipV="1">
            <a:off x="2655118" y="2939832"/>
            <a:ext cx="1218122" cy="11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8A7D309-85ED-CD79-1DF4-831536FFC47A}"/>
              </a:ext>
            </a:extLst>
          </p:cNvPr>
          <p:cNvCxnSpPr>
            <a:cxnSpLocks/>
          </p:cNvCxnSpPr>
          <p:nvPr/>
        </p:nvCxnSpPr>
        <p:spPr>
          <a:xfrm flipV="1">
            <a:off x="2681725" y="4214183"/>
            <a:ext cx="1218122" cy="11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426BD64-316E-CAAE-5210-F9319072C9B3}"/>
              </a:ext>
            </a:extLst>
          </p:cNvPr>
          <p:cNvSpPr/>
          <p:nvPr/>
        </p:nvSpPr>
        <p:spPr>
          <a:xfrm>
            <a:off x="178319" y="5739841"/>
            <a:ext cx="2485870" cy="60077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B338D0E-869C-CC0C-DC88-A810C74A7EB5}"/>
              </a:ext>
            </a:extLst>
          </p:cNvPr>
          <p:cNvSpPr/>
          <p:nvPr/>
        </p:nvSpPr>
        <p:spPr>
          <a:xfrm>
            <a:off x="199251" y="4737293"/>
            <a:ext cx="2508701" cy="60077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784C17B-20A9-FA32-0A04-7F738F011069}"/>
              </a:ext>
            </a:extLst>
          </p:cNvPr>
          <p:cNvSpPr/>
          <p:nvPr/>
        </p:nvSpPr>
        <p:spPr>
          <a:xfrm>
            <a:off x="223178" y="2674565"/>
            <a:ext cx="2469935" cy="60077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AD8CA7-F6EF-CCC4-6A82-59074AC72928}"/>
              </a:ext>
            </a:extLst>
          </p:cNvPr>
          <p:cNvSpPr/>
          <p:nvPr/>
        </p:nvSpPr>
        <p:spPr>
          <a:xfrm>
            <a:off x="213470" y="1592915"/>
            <a:ext cx="2469935" cy="60077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CC9C2590-CA22-25AA-E900-713D2A1FA0B1}"/>
              </a:ext>
            </a:extLst>
          </p:cNvPr>
          <p:cNvSpPr/>
          <p:nvPr/>
        </p:nvSpPr>
        <p:spPr>
          <a:xfrm>
            <a:off x="7172840" y="2193685"/>
            <a:ext cx="1668527" cy="254360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D443C67-2796-7EDF-A497-0AC06D20A7C7}"/>
              </a:ext>
            </a:extLst>
          </p:cNvPr>
          <p:cNvSpPr/>
          <p:nvPr/>
        </p:nvSpPr>
        <p:spPr>
          <a:xfrm>
            <a:off x="3878358" y="3725481"/>
            <a:ext cx="2024554" cy="1095501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0404782-66E8-FF3E-C9FD-F8CD86CEEDB4}"/>
              </a:ext>
            </a:extLst>
          </p:cNvPr>
          <p:cNvSpPr/>
          <p:nvPr/>
        </p:nvSpPr>
        <p:spPr>
          <a:xfrm>
            <a:off x="3938870" y="1693704"/>
            <a:ext cx="2024554" cy="161628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B672C1F-938A-F244-0704-64110A7DC3B7}"/>
              </a:ext>
            </a:extLst>
          </p:cNvPr>
          <p:cNvSpPr/>
          <p:nvPr/>
        </p:nvSpPr>
        <p:spPr>
          <a:xfrm>
            <a:off x="9257621" y="2632805"/>
            <a:ext cx="2844737" cy="384373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D2D9CB6-2D2F-17FF-87D6-F2D770A771DF}"/>
              </a:ext>
            </a:extLst>
          </p:cNvPr>
          <p:cNvSpPr/>
          <p:nvPr/>
        </p:nvSpPr>
        <p:spPr>
          <a:xfrm>
            <a:off x="240032" y="1725461"/>
            <a:ext cx="2416810" cy="408288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defTabSz="609630"/>
            <a:r>
              <a:rPr lang="en-US" sz="2400" b="1" dirty="0">
                <a:solidFill>
                  <a:schemeClr val="bg2"/>
                </a:solidFill>
                <a:latin typeface="Aptos Display" panose="020B0004020202020204" pitchFamily="34" charset="0"/>
                <a:ea typeface="Arial" pitchFamily="34" charset="-122"/>
                <a:cs typeface="Arial" pitchFamily="34" charset="-120"/>
              </a:rPr>
              <a:t>Client A · Outlook</a:t>
            </a:r>
            <a:endParaRPr lang="en-US" sz="2400" dirty="0">
              <a:solidFill>
                <a:schemeClr val="bg2"/>
              </a:solidFill>
              <a:latin typeface="Aptos Display" panose="020B0004020202020204" pitchFamily="34" charset="0"/>
            </a:endParaRP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F19F0EAF-E576-F57F-DB80-E768DC19EAA3}"/>
              </a:ext>
            </a:extLst>
          </p:cNvPr>
          <p:cNvSpPr/>
          <p:nvPr/>
        </p:nvSpPr>
        <p:spPr>
          <a:xfrm>
            <a:off x="249740" y="2785680"/>
            <a:ext cx="2416810" cy="408288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defTabSz="609630"/>
            <a:r>
              <a:rPr lang="en-US" sz="2400" b="1" dirty="0">
                <a:solidFill>
                  <a:schemeClr val="bg2"/>
                </a:solidFill>
                <a:latin typeface="Aptos Display" panose="020B0004020202020204" pitchFamily="34" charset="0"/>
                <a:ea typeface="Arial" pitchFamily="34" charset="-122"/>
                <a:cs typeface="Arial" pitchFamily="34" charset="-120"/>
              </a:rPr>
              <a:t>Client B · Outlook</a:t>
            </a:r>
            <a:endParaRPr lang="en-US" sz="2400" dirty="0">
              <a:solidFill>
                <a:schemeClr val="bg2"/>
              </a:solidFill>
              <a:latin typeface="Aptos Display" panose="020B0004020202020204" pitchFamily="34" charset="0"/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9B2B96B3-6DB5-73C6-3344-3D8052803AC7}"/>
              </a:ext>
            </a:extLst>
          </p:cNvPr>
          <p:cNvSpPr/>
          <p:nvPr/>
        </p:nvSpPr>
        <p:spPr>
          <a:xfrm>
            <a:off x="3789730" y="1317510"/>
            <a:ext cx="2165350" cy="42311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algn="ctr" defTabSz="609630"/>
            <a:r>
              <a:rPr lang="en-US" sz="2400" kern="0" spc="144" dirty="0">
                <a:solidFill>
                  <a:srgbClr val="68DEFF"/>
                </a:solidFill>
                <a:latin typeface="Aptos Mono" panose="020F0502020204030204" pitchFamily="49" charset="0"/>
                <a:ea typeface="Courier New" pitchFamily="34" charset="-122"/>
                <a:cs typeface="Courier New" pitchFamily="34" charset="-120"/>
              </a:rPr>
              <a:t>AGGREGATOR</a:t>
            </a:r>
            <a:endParaRPr lang="en-US" sz="2400" dirty="0">
              <a:solidFill>
                <a:prstClr val="black"/>
              </a:solidFill>
              <a:latin typeface="Aptos Mono" panose="020F0502020204030204" pitchFamily="49" charset="0"/>
            </a:endParaRP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9A470177-2298-4E06-1FBC-C9E14D0E004D}"/>
              </a:ext>
            </a:extLst>
          </p:cNvPr>
          <p:cNvSpPr/>
          <p:nvPr/>
        </p:nvSpPr>
        <p:spPr>
          <a:xfrm>
            <a:off x="3964282" y="2139105"/>
            <a:ext cx="1955800" cy="72548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algn="ctr" defTabSz="609630">
              <a:lnSpc>
                <a:spcPct val="97059"/>
              </a:lnSpc>
            </a:pPr>
            <a:r>
              <a:rPr lang="en-US" sz="2400" b="1" dirty="0">
                <a:solidFill>
                  <a:schemeClr val="bg2"/>
                </a:solidFill>
                <a:latin typeface="Aptos Display" panose="020B0004020202020204" pitchFamily="34" charset="0"/>
                <a:ea typeface="Arial" pitchFamily="34" charset="-122"/>
                <a:cs typeface="Arial" pitchFamily="34" charset="-120"/>
              </a:rPr>
              <a:t>Corporate Outlook</a:t>
            </a:r>
            <a:endParaRPr lang="en-US" sz="2400" dirty="0">
              <a:solidFill>
                <a:schemeClr val="bg2"/>
              </a:solidFill>
              <a:latin typeface="Aptos Display" panose="020B0004020202020204" pitchFamily="34" charset="0"/>
            </a:endParaRPr>
          </a:p>
        </p:txBody>
      </p:sp>
      <p:sp>
        <p:nvSpPr>
          <p:cNvPr id="16" name="Text 19">
            <a:extLst>
              <a:ext uri="{FF2B5EF4-FFF2-40B4-BE49-F238E27FC236}">
                <a16:creationId xmlns:a16="http://schemas.microsoft.com/office/drawing/2014/main" id="{1DC8CBB1-7599-6871-0C8A-27B411EDD432}"/>
              </a:ext>
            </a:extLst>
          </p:cNvPr>
          <p:cNvSpPr/>
          <p:nvPr/>
        </p:nvSpPr>
        <p:spPr>
          <a:xfrm>
            <a:off x="266685" y="3940505"/>
            <a:ext cx="2416810" cy="408288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16933" tIns="16933" rIns="16933" bIns="16933" rtlCol="0" anchor="t">
            <a:noAutofit/>
          </a:bodyPr>
          <a:lstStyle/>
          <a:p>
            <a:pPr algn="ctr" defTabSz="609630"/>
            <a:r>
              <a:rPr lang="en-US" sz="2400" i="1" dirty="0">
                <a:solidFill>
                  <a:schemeClr val="bg1"/>
                </a:solidFill>
                <a:latin typeface="Aptos Display" panose="020B0004020202020204" pitchFamily="34" charset="0"/>
                <a:ea typeface="Arial" pitchFamily="34" charset="-122"/>
                <a:cs typeface="Arial" pitchFamily="34" charset="-120"/>
              </a:rPr>
              <a:t>Obsidian Tasks</a:t>
            </a:r>
            <a:endParaRPr lang="en-US" sz="2400" i="1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19" name="Text 23">
            <a:extLst>
              <a:ext uri="{FF2B5EF4-FFF2-40B4-BE49-F238E27FC236}">
                <a16:creationId xmlns:a16="http://schemas.microsoft.com/office/drawing/2014/main" id="{78E47B71-E55E-18B6-244E-EC9FE7EA3C34}"/>
              </a:ext>
            </a:extLst>
          </p:cNvPr>
          <p:cNvSpPr/>
          <p:nvPr/>
        </p:nvSpPr>
        <p:spPr>
          <a:xfrm>
            <a:off x="3876882" y="4090421"/>
            <a:ext cx="1983740" cy="36562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algn="ctr" defTabSz="609630"/>
            <a:r>
              <a:rPr lang="en-US" sz="2400" b="1" dirty="0">
                <a:solidFill>
                  <a:schemeClr val="bg2"/>
                </a:solidFill>
                <a:latin typeface="Aptos Display" panose="020B0004020202020204" pitchFamily="34" charset="0"/>
                <a:ea typeface="Arial" pitchFamily="34" charset="-122"/>
                <a:cs typeface="Arial" pitchFamily="34" charset="-120"/>
              </a:rPr>
              <a:t>GitHub Gist</a:t>
            </a:r>
            <a:endParaRPr lang="en-US" sz="2400" dirty="0">
              <a:solidFill>
                <a:schemeClr val="bg2"/>
              </a:solidFill>
              <a:latin typeface="Aptos Display" panose="020B0004020202020204" pitchFamily="34" charset="0"/>
            </a:endParaRPr>
          </a:p>
        </p:txBody>
      </p:sp>
      <p:sp>
        <p:nvSpPr>
          <p:cNvPr id="23" name="Text 29">
            <a:extLst>
              <a:ext uri="{FF2B5EF4-FFF2-40B4-BE49-F238E27FC236}">
                <a16:creationId xmlns:a16="http://schemas.microsoft.com/office/drawing/2014/main" id="{001186D9-3AFA-B00F-ABAC-DD3FB6D3FE77}"/>
              </a:ext>
            </a:extLst>
          </p:cNvPr>
          <p:cNvSpPr/>
          <p:nvPr/>
        </p:nvSpPr>
        <p:spPr>
          <a:xfrm>
            <a:off x="7201222" y="2957877"/>
            <a:ext cx="1569337" cy="103678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algn="ctr" defTabSz="609630">
              <a:lnSpc>
                <a:spcPct val="97059"/>
              </a:lnSpc>
            </a:pPr>
            <a:r>
              <a:rPr lang="en-US" sz="2800" b="1" dirty="0">
                <a:solidFill>
                  <a:schemeClr val="bg2"/>
                </a:solidFill>
                <a:latin typeface="Aptos Display" panose="020B0004020202020204" pitchFamily="34" charset="0"/>
                <a:ea typeface="Arial" pitchFamily="34" charset="-122"/>
                <a:cs typeface="Arial" pitchFamily="34" charset="-120"/>
              </a:rPr>
              <a:t>iPhone Calendar</a:t>
            </a:r>
            <a:endParaRPr lang="en-US" sz="2800" dirty="0">
              <a:solidFill>
                <a:schemeClr val="bg2"/>
              </a:solidFill>
              <a:latin typeface="Aptos Display" panose="020B0004020202020204" pitchFamily="34" charset="0"/>
            </a:endParaRPr>
          </a:p>
        </p:txBody>
      </p:sp>
      <p:sp>
        <p:nvSpPr>
          <p:cNvPr id="24" name="Text 33">
            <a:extLst>
              <a:ext uri="{FF2B5EF4-FFF2-40B4-BE49-F238E27FC236}">
                <a16:creationId xmlns:a16="http://schemas.microsoft.com/office/drawing/2014/main" id="{0EF4017C-9DFC-723A-1D2B-D5C269F4CDD4}"/>
              </a:ext>
            </a:extLst>
          </p:cNvPr>
          <p:cNvSpPr/>
          <p:nvPr/>
        </p:nvSpPr>
        <p:spPr>
          <a:xfrm>
            <a:off x="89642" y="4834168"/>
            <a:ext cx="2727919" cy="45947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algn="ctr" defTabSz="609630"/>
            <a:r>
              <a:rPr lang="en-US" sz="2400" b="1" dirty="0">
                <a:solidFill>
                  <a:schemeClr val="bg2"/>
                </a:solidFill>
                <a:latin typeface="Aptos Display" panose="020B0004020202020204" pitchFamily="34" charset="0"/>
                <a:ea typeface="Arial" pitchFamily="34" charset="-122"/>
                <a:cs typeface="Arial" pitchFamily="34" charset="-120"/>
              </a:rPr>
              <a:t>Tell-Tale Data</a:t>
            </a:r>
            <a:endParaRPr lang="en-US" sz="2400" dirty="0">
              <a:solidFill>
                <a:schemeClr val="bg2"/>
              </a:solidFill>
              <a:latin typeface="Aptos Display" panose="020B0004020202020204" pitchFamily="34" charset="0"/>
            </a:endParaRPr>
          </a:p>
        </p:txBody>
      </p:sp>
      <p:sp>
        <p:nvSpPr>
          <p:cNvPr id="26" name="Text 38">
            <a:extLst>
              <a:ext uri="{FF2B5EF4-FFF2-40B4-BE49-F238E27FC236}">
                <a16:creationId xmlns:a16="http://schemas.microsoft.com/office/drawing/2014/main" id="{7B7EC096-6FDB-F18E-2BF5-C94E1F6CD45E}"/>
              </a:ext>
            </a:extLst>
          </p:cNvPr>
          <p:cNvSpPr/>
          <p:nvPr/>
        </p:nvSpPr>
        <p:spPr>
          <a:xfrm>
            <a:off x="212849" y="5846847"/>
            <a:ext cx="2416810" cy="408288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algn="ctr" defTabSz="609630"/>
            <a:r>
              <a:rPr lang="en-US" sz="2400" b="1" dirty="0">
                <a:solidFill>
                  <a:schemeClr val="bg2"/>
                </a:solidFill>
                <a:latin typeface="Aptos Display" panose="020B0004020202020204" pitchFamily="34" charset="0"/>
                <a:ea typeface="Arial" pitchFamily="34" charset="-122"/>
                <a:cs typeface="Arial" pitchFamily="34" charset="-120"/>
              </a:rPr>
              <a:t>Personal Gmail</a:t>
            </a:r>
            <a:endParaRPr lang="en-US" sz="2400" dirty="0">
              <a:solidFill>
                <a:schemeClr val="bg2"/>
              </a:solidFill>
              <a:latin typeface="Aptos Display" panose="020B0004020202020204" pitchFamily="34" charset="0"/>
            </a:endParaRPr>
          </a:p>
        </p:txBody>
      </p:sp>
      <p:sp>
        <p:nvSpPr>
          <p:cNvPr id="31" name="Text 47">
            <a:extLst>
              <a:ext uri="{FF2B5EF4-FFF2-40B4-BE49-F238E27FC236}">
                <a16:creationId xmlns:a16="http://schemas.microsoft.com/office/drawing/2014/main" id="{DC2A5417-B4B8-1FEE-056A-FF3D0BF80451}"/>
              </a:ext>
            </a:extLst>
          </p:cNvPr>
          <p:cNvSpPr/>
          <p:nvPr/>
        </p:nvSpPr>
        <p:spPr>
          <a:xfrm>
            <a:off x="9615518" y="4798230"/>
            <a:ext cx="2128941" cy="125276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algn="ctr" defTabSz="609630">
              <a:lnSpc>
                <a:spcPct val="93333"/>
              </a:lnSpc>
            </a:pPr>
            <a:r>
              <a:rPr lang="en-US" sz="28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Calendars by Readdle</a:t>
            </a:r>
            <a:endParaRPr lang="en-US" sz="2800" dirty="0">
              <a:solidFill>
                <a:schemeClr val="bg2"/>
              </a:solidFill>
              <a:latin typeface="Calibri" panose="020F0502020204030204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9931BD4-C87A-E22A-624F-9B46952B7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4664" y="3442964"/>
            <a:ext cx="1252761" cy="1252761"/>
          </a:xfrm>
          <a:prstGeom prst="rect">
            <a:avLst/>
          </a:prstGeom>
        </p:spPr>
      </p:pic>
      <p:sp>
        <p:nvSpPr>
          <p:cNvPr id="35" name="Text 12">
            <a:extLst>
              <a:ext uri="{FF2B5EF4-FFF2-40B4-BE49-F238E27FC236}">
                <a16:creationId xmlns:a16="http://schemas.microsoft.com/office/drawing/2014/main" id="{8A798707-43A0-02AD-7C2B-5BAE4010DCF8}"/>
              </a:ext>
            </a:extLst>
          </p:cNvPr>
          <p:cNvSpPr/>
          <p:nvPr/>
        </p:nvSpPr>
        <p:spPr>
          <a:xfrm>
            <a:off x="7817224" y="122329"/>
            <a:ext cx="4305447" cy="903487"/>
          </a:xfrm>
          <a:prstGeom prst="rect">
            <a:avLst/>
          </a:prstGeom>
          <a:noFill/>
          <a:ln/>
        </p:spPr>
        <p:txBody>
          <a:bodyPr wrap="none" lIns="16933" tIns="16933" rIns="16933" bIns="16933" rtlCol="0" anchor="t">
            <a:noAutofit/>
          </a:bodyPr>
          <a:lstStyle/>
          <a:p>
            <a:pPr algn="r" defTabSz="609630"/>
            <a:r>
              <a:rPr lang="en-US" sz="2400" kern="0" spc="72" dirty="0">
                <a:ea typeface="Courier New" pitchFamily="34" charset="-122"/>
                <a:cs typeface="Courier New" pitchFamily="34" charset="-120"/>
              </a:rPr>
              <a:t>FR = Forwarding rule</a:t>
            </a:r>
          </a:p>
          <a:p>
            <a:pPr algn="r" defTabSz="609630"/>
            <a:r>
              <a:rPr lang="en-US" sz="2400" kern="0" spc="72" dirty="0">
                <a:ea typeface="Courier New" pitchFamily="34" charset="-122"/>
                <a:cs typeface="Courier New" pitchFamily="34" charset="-120"/>
              </a:rPr>
              <a:t>S  = Subscription</a:t>
            </a:r>
          </a:p>
          <a:p>
            <a:pPr algn="r" defTabSz="609630"/>
            <a:endParaRPr lang="en-US" sz="2400" dirty="0"/>
          </a:p>
        </p:txBody>
      </p:sp>
      <p:sp>
        <p:nvSpPr>
          <p:cNvPr id="37" name="Text 25">
            <a:extLst>
              <a:ext uri="{FF2B5EF4-FFF2-40B4-BE49-F238E27FC236}">
                <a16:creationId xmlns:a16="http://schemas.microsoft.com/office/drawing/2014/main" id="{D6A90F78-215C-5786-4428-9D0F9D2B3842}"/>
              </a:ext>
            </a:extLst>
          </p:cNvPr>
          <p:cNvSpPr/>
          <p:nvPr/>
        </p:nvSpPr>
        <p:spPr>
          <a:xfrm>
            <a:off x="4029779" y="5732437"/>
            <a:ext cx="3769514" cy="296606"/>
          </a:xfrm>
          <a:prstGeom prst="rect">
            <a:avLst/>
          </a:prstGeom>
          <a:noFill/>
          <a:ln/>
        </p:spPr>
        <p:txBody>
          <a:bodyPr wrap="none" lIns="16933" tIns="16933" rIns="16933" bIns="16933" rtlCol="0" anchor="t">
            <a:noAutofit/>
          </a:bodyPr>
          <a:lstStyle/>
          <a:p>
            <a:pPr defTabSz="609630"/>
            <a:r>
              <a:rPr lang="en-US" sz="2400" kern="0" spc="72" dirty="0">
                <a:solidFill>
                  <a:srgbClr val="70AD47">
                    <a:lumMod val="20000"/>
                    <a:lumOff val="80000"/>
                  </a:srgbClr>
                </a:solidFill>
                <a:latin typeface="Aptos Mono" panose="020B0009020202020204" pitchFamily="49" charset="0"/>
                <a:ea typeface="Courier New" pitchFamily="34" charset="-122"/>
                <a:cs typeface="Courier New" pitchFamily="34" charset="-120"/>
              </a:rPr>
              <a:t>DIRECT CONNECTION</a:t>
            </a:r>
            <a:endParaRPr lang="en-US" sz="2400" dirty="0">
              <a:solidFill>
                <a:srgbClr val="70AD47">
                  <a:lumMod val="20000"/>
                  <a:lumOff val="80000"/>
                </a:srgbClr>
              </a:solidFill>
              <a:latin typeface="Aptos Mono" panose="020B0009020202020204" pitchFamily="49" charset="0"/>
            </a:endParaRPr>
          </a:p>
        </p:txBody>
      </p:sp>
      <p:sp>
        <p:nvSpPr>
          <p:cNvPr id="38" name="Text 25">
            <a:extLst>
              <a:ext uri="{FF2B5EF4-FFF2-40B4-BE49-F238E27FC236}">
                <a16:creationId xmlns:a16="http://schemas.microsoft.com/office/drawing/2014/main" id="{333D4814-626F-683C-7E70-9DBDA4B115EC}"/>
              </a:ext>
            </a:extLst>
          </p:cNvPr>
          <p:cNvSpPr/>
          <p:nvPr/>
        </p:nvSpPr>
        <p:spPr>
          <a:xfrm>
            <a:off x="4040073" y="4925635"/>
            <a:ext cx="3634508" cy="615901"/>
          </a:xfrm>
          <a:prstGeom prst="rect">
            <a:avLst/>
          </a:prstGeom>
          <a:noFill/>
          <a:ln/>
        </p:spPr>
        <p:txBody>
          <a:bodyPr wrap="none" lIns="16933" tIns="16933" rIns="16933" bIns="16933" rtlCol="0" anchor="t">
            <a:noAutofit/>
          </a:bodyPr>
          <a:lstStyle/>
          <a:p>
            <a:pPr defTabSz="609630"/>
            <a:r>
              <a:rPr lang="en-US" sz="2400" kern="0" spc="72" dirty="0">
                <a:solidFill>
                  <a:srgbClr val="70AD47">
                    <a:lumMod val="20000"/>
                    <a:lumOff val="80000"/>
                  </a:srgbClr>
                </a:solidFill>
                <a:latin typeface="Aptos Mono" panose="020B0009020202020204" pitchFamily="49" charset="0"/>
                <a:ea typeface="Courier New" pitchFamily="34" charset="-122"/>
                <a:cs typeface="Courier New" pitchFamily="34" charset="-120"/>
              </a:rPr>
              <a:t>DIRECT CONNECTION</a:t>
            </a:r>
            <a:endParaRPr lang="en-US" sz="2400" dirty="0">
              <a:solidFill>
                <a:srgbClr val="70AD47">
                  <a:lumMod val="20000"/>
                  <a:lumOff val="80000"/>
                </a:srgbClr>
              </a:solidFill>
              <a:latin typeface="Aptos Mono" panose="020B0009020202020204" pitchFamily="49" charset="0"/>
            </a:endParaRPr>
          </a:p>
        </p:txBody>
      </p:sp>
      <p:sp>
        <p:nvSpPr>
          <p:cNvPr id="49" name="Text 15">
            <a:extLst>
              <a:ext uri="{FF2B5EF4-FFF2-40B4-BE49-F238E27FC236}">
                <a16:creationId xmlns:a16="http://schemas.microsoft.com/office/drawing/2014/main" id="{B93BB507-9FAE-4BD6-47DA-F96439F5F341}"/>
              </a:ext>
            </a:extLst>
          </p:cNvPr>
          <p:cNvSpPr/>
          <p:nvPr/>
        </p:nvSpPr>
        <p:spPr>
          <a:xfrm>
            <a:off x="6905621" y="1818710"/>
            <a:ext cx="2165350" cy="42311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algn="ctr" defTabSz="609630"/>
            <a:r>
              <a:rPr lang="en-US" sz="2400" kern="0" spc="144" dirty="0">
                <a:solidFill>
                  <a:srgbClr val="68DEFF"/>
                </a:solidFill>
                <a:latin typeface="Aptos Mono" panose="020F0502020204030204" pitchFamily="49" charset="0"/>
                <a:ea typeface="Courier New" pitchFamily="34" charset="-122"/>
                <a:cs typeface="Courier New" pitchFamily="34" charset="-120"/>
              </a:rPr>
              <a:t>AGGREGATOR</a:t>
            </a:r>
            <a:endParaRPr lang="en-US" sz="2400" dirty="0">
              <a:solidFill>
                <a:prstClr val="black"/>
              </a:solidFill>
              <a:latin typeface="Aptos Mono" panose="020F0502020204030204" pitchFamily="49" charset="0"/>
            </a:endParaRPr>
          </a:p>
        </p:txBody>
      </p:sp>
      <p:sp>
        <p:nvSpPr>
          <p:cNvPr id="50" name="Title 1">
            <a:extLst>
              <a:ext uri="{FF2B5EF4-FFF2-40B4-BE49-F238E27FC236}">
                <a16:creationId xmlns:a16="http://schemas.microsoft.com/office/drawing/2014/main" id="{ABB27449-47FB-49D7-0757-69919F4F8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366" y="221361"/>
            <a:ext cx="7219270" cy="1112139"/>
          </a:xfrm>
        </p:spPr>
        <p:txBody>
          <a:bodyPr/>
          <a:lstStyle/>
          <a:p>
            <a:r>
              <a:rPr lang="en-US" dirty="0"/>
              <a:t>Single pane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433A4EE-93E6-B509-2EDE-48751216140E}"/>
              </a:ext>
            </a:extLst>
          </p:cNvPr>
          <p:cNvCxnSpPr/>
          <p:nvPr/>
        </p:nvCxnSpPr>
        <p:spPr>
          <a:xfrm>
            <a:off x="5513294" y="6714565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93E1386-82C8-D7DC-35D0-53B29296D280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2683405" y="1893187"/>
            <a:ext cx="1218122" cy="11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A05E649-7D06-BD84-0281-DC74267D2013}"/>
              </a:ext>
            </a:extLst>
          </p:cNvPr>
          <p:cNvCxnSpPr>
            <a:cxnSpLocks/>
          </p:cNvCxnSpPr>
          <p:nvPr/>
        </p:nvCxnSpPr>
        <p:spPr>
          <a:xfrm>
            <a:off x="8926721" y="3331556"/>
            <a:ext cx="255379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C1D39C6-DCEE-EAE8-2A6C-D6337CFFE8F9}"/>
              </a:ext>
            </a:extLst>
          </p:cNvPr>
          <p:cNvCxnSpPr>
            <a:cxnSpLocks/>
          </p:cNvCxnSpPr>
          <p:nvPr/>
        </p:nvCxnSpPr>
        <p:spPr>
          <a:xfrm flipV="1">
            <a:off x="6112564" y="2932237"/>
            <a:ext cx="1015451" cy="7595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653C0FA-8FF9-E5FA-93E5-62526763ECB1}"/>
              </a:ext>
            </a:extLst>
          </p:cNvPr>
          <p:cNvCxnSpPr>
            <a:cxnSpLocks/>
          </p:cNvCxnSpPr>
          <p:nvPr/>
        </p:nvCxnSpPr>
        <p:spPr>
          <a:xfrm flipV="1">
            <a:off x="5909893" y="4171483"/>
            <a:ext cx="1218122" cy="11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DA32C1A-276C-0F00-15F9-630F30D18C50}"/>
              </a:ext>
            </a:extLst>
          </p:cNvPr>
          <p:cNvCxnSpPr>
            <a:cxnSpLocks/>
          </p:cNvCxnSpPr>
          <p:nvPr/>
        </p:nvCxnSpPr>
        <p:spPr>
          <a:xfrm flipV="1">
            <a:off x="2700358" y="5244861"/>
            <a:ext cx="6474148" cy="1752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6659F73-67B8-06EF-1A0C-3518226C2D5E}"/>
              </a:ext>
            </a:extLst>
          </p:cNvPr>
          <p:cNvCxnSpPr>
            <a:cxnSpLocks/>
          </p:cNvCxnSpPr>
          <p:nvPr/>
        </p:nvCxnSpPr>
        <p:spPr>
          <a:xfrm flipV="1">
            <a:off x="2673714" y="6071186"/>
            <a:ext cx="6527436" cy="11646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0" name="Text 25">
            <a:extLst>
              <a:ext uri="{FF2B5EF4-FFF2-40B4-BE49-F238E27FC236}">
                <a16:creationId xmlns:a16="http://schemas.microsoft.com/office/drawing/2014/main" id="{6CED100E-FBE8-4759-E1E7-63553F94D86C}"/>
              </a:ext>
            </a:extLst>
          </p:cNvPr>
          <p:cNvSpPr/>
          <p:nvPr/>
        </p:nvSpPr>
        <p:spPr>
          <a:xfrm>
            <a:off x="3026470" y="1497670"/>
            <a:ext cx="3634508" cy="615901"/>
          </a:xfrm>
          <a:prstGeom prst="rect">
            <a:avLst/>
          </a:prstGeom>
          <a:noFill/>
          <a:ln/>
        </p:spPr>
        <p:txBody>
          <a:bodyPr wrap="none" lIns="16933" tIns="16933" rIns="16933" bIns="16933" rtlCol="0" anchor="t">
            <a:noAutofit/>
          </a:bodyPr>
          <a:lstStyle/>
          <a:p>
            <a:pPr defTabSz="609630"/>
            <a:r>
              <a:rPr lang="en-US" sz="2400" kern="0" spc="72" dirty="0">
                <a:solidFill>
                  <a:srgbClr val="70AD47">
                    <a:lumMod val="20000"/>
                    <a:lumOff val="80000"/>
                  </a:srgbClr>
                </a:solidFill>
                <a:latin typeface="Aptos Mono" panose="020B0009020202020204" pitchFamily="49" charset="0"/>
                <a:cs typeface="Courier New" pitchFamily="34" charset="-120"/>
              </a:rPr>
              <a:t>FR</a:t>
            </a:r>
            <a:endParaRPr lang="en-US" sz="2400" dirty="0">
              <a:solidFill>
                <a:srgbClr val="70AD47">
                  <a:lumMod val="20000"/>
                  <a:lumOff val="80000"/>
                </a:srgbClr>
              </a:solidFill>
              <a:latin typeface="Aptos Mono" panose="020B0009020202020204" pitchFamily="49" charset="0"/>
            </a:endParaRPr>
          </a:p>
        </p:txBody>
      </p:sp>
      <p:sp>
        <p:nvSpPr>
          <p:cNvPr id="72" name="Text 25">
            <a:extLst>
              <a:ext uri="{FF2B5EF4-FFF2-40B4-BE49-F238E27FC236}">
                <a16:creationId xmlns:a16="http://schemas.microsoft.com/office/drawing/2014/main" id="{8E9C6EC3-EE25-1569-0915-4420B2302E99}"/>
              </a:ext>
            </a:extLst>
          </p:cNvPr>
          <p:cNvSpPr/>
          <p:nvPr/>
        </p:nvSpPr>
        <p:spPr>
          <a:xfrm>
            <a:off x="3039462" y="2562439"/>
            <a:ext cx="3634508" cy="615901"/>
          </a:xfrm>
          <a:prstGeom prst="rect">
            <a:avLst/>
          </a:prstGeom>
          <a:noFill/>
          <a:ln/>
        </p:spPr>
        <p:txBody>
          <a:bodyPr wrap="none" lIns="16933" tIns="16933" rIns="16933" bIns="16933" rtlCol="0" anchor="t">
            <a:noAutofit/>
          </a:bodyPr>
          <a:lstStyle/>
          <a:p>
            <a:pPr defTabSz="609630"/>
            <a:r>
              <a:rPr lang="en-US" sz="2400" kern="0" spc="72" dirty="0">
                <a:solidFill>
                  <a:srgbClr val="70AD47">
                    <a:lumMod val="20000"/>
                    <a:lumOff val="80000"/>
                  </a:srgbClr>
                </a:solidFill>
                <a:latin typeface="Aptos Mono" panose="020B0009020202020204" pitchFamily="49" charset="0"/>
                <a:cs typeface="Courier New" pitchFamily="34" charset="-120"/>
              </a:rPr>
              <a:t>FR</a:t>
            </a:r>
            <a:endParaRPr lang="en-US" sz="2400" dirty="0">
              <a:solidFill>
                <a:srgbClr val="70AD47">
                  <a:lumMod val="20000"/>
                  <a:lumOff val="80000"/>
                </a:srgbClr>
              </a:solidFill>
              <a:latin typeface="Aptos Mono" panose="020B0009020202020204" pitchFamily="49" charset="0"/>
            </a:endParaRPr>
          </a:p>
        </p:txBody>
      </p:sp>
      <p:sp>
        <p:nvSpPr>
          <p:cNvPr id="74" name="Text 25">
            <a:extLst>
              <a:ext uri="{FF2B5EF4-FFF2-40B4-BE49-F238E27FC236}">
                <a16:creationId xmlns:a16="http://schemas.microsoft.com/office/drawing/2014/main" id="{830D103F-3896-9D9B-93E0-6BD70453C56E}"/>
              </a:ext>
            </a:extLst>
          </p:cNvPr>
          <p:cNvSpPr/>
          <p:nvPr/>
        </p:nvSpPr>
        <p:spPr>
          <a:xfrm>
            <a:off x="6336336" y="2540241"/>
            <a:ext cx="3634508" cy="615901"/>
          </a:xfrm>
          <a:prstGeom prst="rect">
            <a:avLst/>
          </a:prstGeom>
          <a:noFill/>
          <a:ln/>
        </p:spPr>
        <p:txBody>
          <a:bodyPr wrap="none" lIns="16933" tIns="16933" rIns="16933" bIns="16933" rtlCol="0" anchor="t">
            <a:noAutofit/>
          </a:bodyPr>
          <a:lstStyle/>
          <a:p>
            <a:pPr defTabSz="609630"/>
            <a:r>
              <a:rPr lang="en-US" sz="2400" kern="0" spc="72" dirty="0">
                <a:solidFill>
                  <a:srgbClr val="70AD47">
                    <a:lumMod val="20000"/>
                    <a:lumOff val="80000"/>
                  </a:srgbClr>
                </a:solidFill>
                <a:latin typeface="Aptos Mono" panose="020B0009020202020204" pitchFamily="49" charset="0"/>
                <a:cs typeface="Courier New" pitchFamily="34" charset="-120"/>
              </a:rPr>
              <a:t>S</a:t>
            </a:r>
            <a:endParaRPr lang="en-US" sz="2400" dirty="0">
              <a:solidFill>
                <a:srgbClr val="70AD47">
                  <a:lumMod val="20000"/>
                  <a:lumOff val="80000"/>
                </a:srgbClr>
              </a:solidFill>
              <a:latin typeface="Aptos Mono" panose="020B0009020202020204" pitchFamily="49" charset="0"/>
            </a:endParaRPr>
          </a:p>
        </p:txBody>
      </p:sp>
      <p:sp>
        <p:nvSpPr>
          <p:cNvPr id="76" name="Text 25">
            <a:extLst>
              <a:ext uri="{FF2B5EF4-FFF2-40B4-BE49-F238E27FC236}">
                <a16:creationId xmlns:a16="http://schemas.microsoft.com/office/drawing/2014/main" id="{D40665C1-0899-6FB5-67FD-A7A895532DA7}"/>
              </a:ext>
            </a:extLst>
          </p:cNvPr>
          <p:cNvSpPr/>
          <p:nvPr/>
        </p:nvSpPr>
        <p:spPr>
          <a:xfrm>
            <a:off x="6351921" y="3693102"/>
            <a:ext cx="3634508" cy="615901"/>
          </a:xfrm>
          <a:prstGeom prst="rect">
            <a:avLst/>
          </a:prstGeom>
          <a:noFill/>
          <a:ln/>
        </p:spPr>
        <p:txBody>
          <a:bodyPr wrap="none" lIns="16933" tIns="16933" rIns="16933" bIns="16933" rtlCol="0" anchor="t">
            <a:noAutofit/>
          </a:bodyPr>
          <a:lstStyle/>
          <a:p>
            <a:pPr defTabSz="609630"/>
            <a:r>
              <a:rPr lang="en-US" sz="2400" kern="0" spc="72" dirty="0">
                <a:solidFill>
                  <a:srgbClr val="70AD47">
                    <a:lumMod val="20000"/>
                    <a:lumOff val="80000"/>
                  </a:srgbClr>
                </a:solidFill>
                <a:latin typeface="Aptos Mono" panose="020B0009020202020204" pitchFamily="49" charset="0"/>
                <a:cs typeface="Courier New" pitchFamily="34" charset="-120"/>
              </a:rPr>
              <a:t>S</a:t>
            </a:r>
            <a:endParaRPr lang="en-US" sz="2400" dirty="0">
              <a:solidFill>
                <a:srgbClr val="70AD47">
                  <a:lumMod val="20000"/>
                  <a:lumOff val="80000"/>
                </a:srgbClr>
              </a:solidFill>
              <a:latin typeface="Aptos Mono" panose="020B0009020202020204" pitchFamily="49" charset="0"/>
            </a:endParaRPr>
          </a:p>
        </p:txBody>
      </p:sp>
      <p:sp>
        <p:nvSpPr>
          <p:cNvPr id="78" name="Text 25">
            <a:extLst>
              <a:ext uri="{FF2B5EF4-FFF2-40B4-BE49-F238E27FC236}">
                <a16:creationId xmlns:a16="http://schemas.microsoft.com/office/drawing/2014/main" id="{B8BC13C5-3B09-5DEE-6880-8CEB12240C49}"/>
              </a:ext>
            </a:extLst>
          </p:cNvPr>
          <p:cNvSpPr/>
          <p:nvPr/>
        </p:nvSpPr>
        <p:spPr>
          <a:xfrm>
            <a:off x="3159811" y="3808585"/>
            <a:ext cx="3634508" cy="615901"/>
          </a:xfrm>
          <a:prstGeom prst="rect">
            <a:avLst/>
          </a:prstGeom>
          <a:noFill/>
          <a:ln/>
        </p:spPr>
        <p:txBody>
          <a:bodyPr wrap="none" lIns="16933" tIns="16933" rIns="16933" bIns="16933" rtlCol="0" anchor="t">
            <a:noAutofit/>
          </a:bodyPr>
          <a:lstStyle/>
          <a:p>
            <a:pPr defTabSz="609630"/>
            <a:r>
              <a:rPr lang="en-US" sz="2400" kern="0" spc="72" dirty="0">
                <a:solidFill>
                  <a:srgbClr val="70AD47">
                    <a:lumMod val="20000"/>
                    <a:lumOff val="80000"/>
                  </a:srgbClr>
                </a:solidFill>
                <a:latin typeface="Aptos Mono" panose="020B0009020202020204" pitchFamily="49" charset="0"/>
                <a:cs typeface="Courier New" pitchFamily="34" charset="-120"/>
              </a:rPr>
              <a:t>S</a:t>
            </a:r>
            <a:endParaRPr lang="en-US" sz="2400" dirty="0">
              <a:solidFill>
                <a:srgbClr val="70AD47">
                  <a:lumMod val="20000"/>
                  <a:lumOff val="80000"/>
                </a:srgbClr>
              </a:solidFill>
              <a:latin typeface="Aptos Mono" panose="020B000902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474206"/>
      </p:ext>
    </p:extLst>
  </p:cSld>
  <p:clrMapOvr>
    <a:masterClrMapping/>
  </p:clrMapOvr>
</p:sld>
</file>

<file path=ppt/theme/theme1.xml><?xml version="1.0" encoding="utf-8"?>
<a:theme xmlns:a="http://schemas.openxmlformats.org/drawingml/2006/main" name="BoldUnderlinesKeynote">
  <a:themeElements>
    <a:clrScheme name="NB - Keynote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003A41"/>
      </a:accent1>
      <a:accent2>
        <a:srgbClr val="ECEBE3"/>
      </a:accent2>
      <a:accent3>
        <a:srgbClr val="400023"/>
      </a:accent3>
      <a:accent4>
        <a:srgbClr val="68989E"/>
      </a:accent4>
      <a:accent5>
        <a:srgbClr val="BFB360"/>
      </a:accent5>
      <a:accent6>
        <a:srgbClr val="BF6093"/>
      </a:accent6>
      <a:hlink>
        <a:srgbClr val="169C9A"/>
      </a:hlink>
      <a:folHlink>
        <a:srgbClr val="E15C3D"/>
      </a:folHlink>
    </a:clrScheme>
    <a:fontScheme name="Custom 9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ld underlines keynote presentation _win32_DN_v2" id="{E18D5B16-117C-46FD-8B97-39D77F728B32}" vid="{93298573-99F9-4CB3-90C8-DB41313B575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purl.org/dc/terms/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230e9df3-be65-4c73-a93b-d1236ebd677e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3640</TotalTime>
  <Words>44</Words>
  <Application>Microsoft Office PowerPoint</Application>
  <PresentationFormat>Widescreen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Aptos Display</vt:lpstr>
      <vt:lpstr>Aptos Light</vt:lpstr>
      <vt:lpstr>Aptos Mono</vt:lpstr>
      <vt:lpstr>Arial</vt:lpstr>
      <vt:lpstr>Calibri</vt:lpstr>
      <vt:lpstr>Courier New</vt:lpstr>
      <vt:lpstr>BoldUnderlinesKeynote</vt:lpstr>
      <vt:lpstr>Single pane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Morgana Kinlan</dc:creator>
  <cp:lastModifiedBy>Morgana Kinlan</cp:lastModifiedBy>
  <cp:revision>2</cp:revision>
  <dcterms:created xsi:type="dcterms:W3CDTF">2026-09-10T15:37:03Z</dcterms:created>
  <dcterms:modified xsi:type="dcterms:W3CDTF">2026-09-14T16:57:26Z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