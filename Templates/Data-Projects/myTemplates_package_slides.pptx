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notesMasterIdLst>
    <p:notesMasterId r:id="rId12"/>
  </p:notesMasterIdLst>
  <p:handoutMasterIdLst>
    <p:handoutMasterId r:id="rId13"/>
  </p:handoutMasterIdLst>
  <p:sldIdLst>
    <p:sldId id="1519" r:id="rId5"/>
    <p:sldId id="1545" r:id="rId6"/>
    <p:sldId id="1542" r:id="rId7"/>
    <p:sldId id="1540" r:id="rId8"/>
    <p:sldId id="1544" r:id="rId9"/>
    <p:sldId id="1541" r:id="rId10"/>
    <p:sldId id="154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A4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89944" autoAdjust="0"/>
  </p:normalViewPr>
  <p:slideViewPr>
    <p:cSldViewPr snapToGrid="0">
      <p:cViewPr varScale="1">
        <p:scale>
          <a:sx n="107" d="100"/>
          <a:sy n="107" d="100"/>
        </p:scale>
        <p:origin x="942" y="15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gana Kinlan" userId="3b2e3c3d-6384-4c67-8f93-28d420f397d1" providerId="ADAL" clId="{3BF7AE18-1FAB-4795-9774-55C4DA4B9AAB}"/>
    <pc:docChg chg="undo custSel addSld delSld modSld sldOrd">
      <pc:chgData name="Morgana Kinlan" userId="3b2e3c3d-6384-4c67-8f93-28d420f397d1" providerId="ADAL" clId="{3BF7AE18-1FAB-4795-9774-55C4DA4B9AAB}" dt="2026-10-02T17:37:06.192" v="1715" actId="14100"/>
      <pc:docMkLst>
        <pc:docMk/>
      </pc:docMkLst>
      <pc:sldChg chg="addSp delSp modSp add mod">
        <pc:chgData name="Morgana Kinlan" userId="3b2e3c3d-6384-4c67-8f93-28d420f397d1" providerId="ADAL" clId="{3BF7AE18-1FAB-4795-9774-55C4DA4B9AAB}" dt="2026-09-14T16:39:58.159" v="1321" actId="1076"/>
        <pc:sldMkLst>
          <pc:docMk/>
          <pc:sldMk cId="3626823309" sldId="1540"/>
        </pc:sldMkLst>
        <pc:spChg chg="mod">
          <ac:chgData name="Morgana Kinlan" userId="3b2e3c3d-6384-4c67-8f93-28d420f397d1" providerId="ADAL" clId="{3BF7AE18-1FAB-4795-9774-55C4DA4B9AAB}" dt="2026-09-14T16:20:47.770" v="767" actId="1076"/>
          <ac:spMkLst>
            <pc:docMk/>
            <pc:sldMk cId="3626823309" sldId="1540"/>
            <ac:spMk id="8" creationId="{176689EF-C859-137E-B2DF-B1050E30D19E}"/>
          </ac:spMkLst>
        </pc:spChg>
        <pc:spChg chg="mod topLvl">
          <ac:chgData name="Morgana Kinlan" userId="3b2e3c3d-6384-4c67-8f93-28d420f397d1" providerId="ADAL" clId="{3BF7AE18-1FAB-4795-9774-55C4DA4B9AAB}" dt="2026-09-14T15:41:03.877" v="102" actId="478"/>
          <ac:spMkLst>
            <pc:docMk/>
            <pc:sldMk cId="3626823309" sldId="1540"/>
            <ac:spMk id="10" creationId="{D9D4FD07-39D4-AAFE-EB89-36CE794F5D8D}"/>
          </ac:spMkLst>
        </pc:spChg>
        <pc:spChg chg="mod">
          <ac:chgData name="Morgana Kinlan" userId="3b2e3c3d-6384-4c67-8f93-28d420f397d1" providerId="ADAL" clId="{3BF7AE18-1FAB-4795-9774-55C4DA4B9AAB}" dt="2026-09-14T16:23:57.539" v="904" actId="165"/>
          <ac:spMkLst>
            <pc:docMk/>
            <pc:sldMk cId="3626823309" sldId="1540"/>
            <ac:spMk id="19" creationId="{57817FBA-417D-6CB3-082B-DD981617AE7F}"/>
          </ac:spMkLst>
        </pc:spChg>
        <pc:spChg chg="mod">
          <ac:chgData name="Morgana Kinlan" userId="3b2e3c3d-6384-4c67-8f93-28d420f397d1" providerId="ADAL" clId="{3BF7AE18-1FAB-4795-9774-55C4DA4B9AAB}" dt="2026-09-14T16:23:57.539" v="904" actId="165"/>
          <ac:spMkLst>
            <pc:docMk/>
            <pc:sldMk cId="3626823309" sldId="1540"/>
            <ac:spMk id="20" creationId="{E7FA1605-2C8A-3F8B-83C5-C2F1998FB13F}"/>
          </ac:spMkLst>
        </pc:spChg>
        <pc:spChg chg="mod">
          <ac:chgData name="Morgana Kinlan" userId="3b2e3c3d-6384-4c67-8f93-28d420f397d1" providerId="ADAL" clId="{3BF7AE18-1FAB-4795-9774-55C4DA4B9AAB}" dt="2026-09-14T16:24:20.156" v="911"/>
          <ac:spMkLst>
            <pc:docMk/>
            <pc:sldMk cId="3626823309" sldId="1540"/>
            <ac:spMk id="38" creationId="{556A9B4D-D8BB-7B98-AC24-3625EC273400}"/>
          </ac:spMkLst>
        </pc:spChg>
        <pc:spChg chg="mod">
          <ac:chgData name="Morgana Kinlan" userId="3b2e3c3d-6384-4c67-8f93-28d420f397d1" providerId="ADAL" clId="{3BF7AE18-1FAB-4795-9774-55C4DA4B9AAB}" dt="2026-09-14T16:26:24.753" v="1007" actId="14100"/>
          <ac:spMkLst>
            <pc:docMk/>
            <pc:sldMk cId="3626823309" sldId="1540"/>
            <ac:spMk id="39" creationId="{675429BC-8A80-DBB6-8B40-0A322D851545}"/>
          </ac:spMkLst>
        </pc:spChg>
        <pc:spChg chg="add mod">
          <ac:chgData name="Morgana Kinlan" userId="3b2e3c3d-6384-4c67-8f93-28d420f397d1" providerId="ADAL" clId="{3BF7AE18-1FAB-4795-9774-55C4DA4B9AAB}" dt="2026-09-14T16:25:47.084" v="998" actId="1076"/>
          <ac:spMkLst>
            <pc:docMk/>
            <pc:sldMk cId="3626823309" sldId="1540"/>
            <ac:spMk id="40" creationId="{2AC2F947-620E-3E9A-D130-668542A6FBD6}"/>
          </ac:spMkLst>
        </pc:spChg>
        <pc:grpChg chg="add mod topLvl">
          <ac:chgData name="Morgana Kinlan" userId="3b2e3c3d-6384-4c67-8f93-28d420f397d1" providerId="ADAL" clId="{3BF7AE18-1FAB-4795-9774-55C4DA4B9AAB}" dt="2026-09-14T16:24:09.793" v="908" actId="1076"/>
          <ac:grpSpMkLst>
            <pc:docMk/>
            <pc:sldMk cId="3626823309" sldId="1540"/>
            <ac:grpSpMk id="18" creationId="{E6D933F1-330F-F1B5-CC8F-3EE02C282E42}"/>
          </ac:grpSpMkLst>
        </pc:grpChg>
        <pc:grpChg chg="add mod">
          <ac:chgData name="Morgana Kinlan" userId="3b2e3c3d-6384-4c67-8f93-28d420f397d1" providerId="ADAL" clId="{3BF7AE18-1FAB-4795-9774-55C4DA4B9AAB}" dt="2026-09-14T16:26:21.479" v="1006" actId="14100"/>
          <ac:grpSpMkLst>
            <pc:docMk/>
            <pc:sldMk cId="3626823309" sldId="1540"/>
            <ac:grpSpMk id="37" creationId="{4C7ECBCA-97DD-C195-88F6-BA9CADDF2296}"/>
          </ac:grpSpMkLst>
        </pc:grpChg>
        <pc:picChg chg="add mod modCrop">
          <ac:chgData name="Morgana Kinlan" userId="3b2e3c3d-6384-4c67-8f93-28d420f397d1" providerId="ADAL" clId="{3BF7AE18-1FAB-4795-9774-55C4DA4B9AAB}" dt="2026-09-14T16:24:16.765" v="910" actId="1076"/>
          <ac:picMkLst>
            <pc:docMk/>
            <pc:sldMk cId="3626823309" sldId="1540"/>
            <ac:picMk id="36" creationId="{58A7A831-8FAB-2A64-B581-E1705E19F2CF}"/>
          </ac:picMkLst>
        </pc:picChg>
        <pc:cxnChg chg="add mod">
          <ac:chgData name="Morgana Kinlan" userId="3b2e3c3d-6384-4c67-8f93-28d420f397d1" providerId="ADAL" clId="{3BF7AE18-1FAB-4795-9774-55C4DA4B9AAB}" dt="2026-09-14T16:39:58.159" v="1321" actId="1076"/>
          <ac:cxnSpMkLst>
            <pc:docMk/>
            <pc:sldMk cId="3626823309" sldId="1540"/>
            <ac:cxnSpMk id="42" creationId="{DE245BB0-955A-7EA0-E6C4-0188B43F7413}"/>
          </ac:cxnSpMkLst>
        </pc:cxnChg>
      </pc:sldChg>
      <pc:sldChg chg="addSp delSp modSp add mod">
        <pc:chgData name="Morgana Kinlan" userId="3b2e3c3d-6384-4c67-8f93-28d420f397d1" providerId="ADAL" clId="{3BF7AE18-1FAB-4795-9774-55C4DA4B9AAB}" dt="2026-09-14T16:51:41.943" v="1469" actId="20577"/>
        <pc:sldMkLst>
          <pc:docMk/>
          <pc:sldMk cId="1065828779" sldId="1541"/>
        </pc:sldMkLst>
        <pc:spChg chg="mod">
          <ac:chgData name="Morgana Kinlan" userId="3b2e3c3d-6384-4c67-8f93-28d420f397d1" providerId="ADAL" clId="{3BF7AE18-1FAB-4795-9774-55C4DA4B9AAB}" dt="2026-09-14T15:53:18.011" v="745" actId="20577"/>
          <ac:spMkLst>
            <pc:docMk/>
            <pc:sldMk cId="1065828779" sldId="1541"/>
            <ac:spMk id="8" creationId="{FA1D38C8-5804-C8D6-3B6D-22826B35A06C}"/>
          </ac:spMkLst>
        </pc:spChg>
        <pc:spChg chg="mod">
          <ac:chgData name="Morgana Kinlan" userId="3b2e3c3d-6384-4c67-8f93-28d420f397d1" providerId="ADAL" clId="{3BF7AE18-1FAB-4795-9774-55C4DA4B9AAB}" dt="2026-09-14T16:22:01.505" v="781"/>
          <ac:spMkLst>
            <pc:docMk/>
            <pc:sldMk cId="1065828779" sldId="1541"/>
            <ac:spMk id="26" creationId="{84B9A2B4-9582-B489-204C-89A776CE0E92}"/>
          </ac:spMkLst>
        </pc:spChg>
        <pc:spChg chg="mod">
          <ac:chgData name="Morgana Kinlan" userId="3b2e3c3d-6384-4c67-8f93-28d420f397d1" providerId="ADAL" clId="{3BF7AE18-1FAB-4795-9774-55C4DA4B9AAB}" dt="2026-09-14T16:22:40.635" v="884" actId="113"/>
          <ac:spMkLst>
            <pc:docMk/>
            <pc:sldMk cId="1065828779" sldId="1541"/>
            <ac:spMk id="27" creationId="{57A0707F-76C8-BC35-E0A7-22CB9F864E85}"/>
          </ac:spMkLst>
        </pc:spChg>
        <pc:spChg chg="mod">
          <ac:chgData name="Morgana Kinlan" userId="3b2e3c3d-6384-4c67-8f93-28d420f397d1" providerId="ADAL" clId="{3BF7AE18-1FAB-4795-9774-55C4DA4B9AAB}" dt="2026-09-14T16:39:18.576" v="1254"/>
          <ac:spMkLst>
            <pc:docMk/>
            <pc:sldMk cId="1065828779" sldId="1541"/>
            <ac:spMk id="31" creationId="{DDBE9240-F126-8F5B-8D6B-2B80D62753EC}"/>
          </ac:spMkLst>
        </pc:spChg>
        <pc:spChg chg="mod">
          <ac:chgData name="Morgana Kinlan" userId="3b2e3c3d-6384-4c67-8f93-28d420f397d1" providerId="ADAL" clId="{3BF7AE18-1FAB-4795-9774-55C4DA4B9AAB}" dt="2026-09-14T16:21:07.198" v="770"/>
          <ac:spMkLst>
            <pc:docMk/>
            <pc:sldMk cId="1065828779" sldId="1541"/>
            <ac:spMk id="33" creationId="{24284735-D8BC-AE55-5823-1F84A7782552}"/>
          </ac:spMkLst>
        </pc:spChg>
        <pc:spChg chg="mod">
          <ac:chgData name="Morgana Kinlan" userId="3b2e3c3d-6384-4c67-8f93-28d420f397d1" providerId="ADAL" clId="{3BF7AE18-1FAB-4795-9774-55C4DA4B9AAB}" dt="2026-09-14T16:21:07.198" v="770"/>
          <ac:spMkLst>
            <pc:docMk/>
            <pc:sldMk cId="1065828779" sldId="1541"/>
            <ac:spMk id="34" creationId="{514AC4CC-48FC-3614-28B8-6583289679A5}"/>
          </ac:spMkLst>
        </pc:spChg>
        <pc:spChg chg="mod">
          <ac:chgData name="Morgana Kinlan" userId="3b2e3c3d-6384-4c67-8f93-28d420f397d1" providerId="ADAL" clId="{3BF7AE18-1FAB-4795-9774-55C4DA4B9AAB}" dt="2026-09-14T16:51:41.943" v="1469" actId="20577"/>
          <ac:spMkLst>
            <pc:docMk/>
            <pc:sldMk cId="1065828779" sldId="1541"/>
            <ac:spMk id="35" creationId="{CC4B96BB-A537-7F0E-ECC2-813F89A5245F}"/>
          </ac:spMkLst>
        </pc:spChg>
        <pc:spChg chg="add mod">
          <ac:chgData name="Morgana Kinlan" userId="3b2e3c3d-6384-4c67-8f93-28d420f397d1" providerId="ADAL" clId="{3BF7AE18-1FAB-4795-9774-55C4DA4B9AAB}" dt="2026-09-14T16:39:54.693" v="1320" actId="1076"/>
          <ac:spMkLst>
            <pc:docMk/>
            <pc:sldMk cId="1065828779" sldId="1541"/>
            <ac:spMk id="37" creationId="{2D724F40-5297-81A5-1942-14136098266A}"/>
          </ac:spMkLst>
        </pc:spChg>
        <pc:grpChg chg="add mod">
          <ac:chgData name="Morgana Kinlan" userId="3b2e3c3d-6384-4c67-8f93-28d420f397d1" providerId="ADAL" clId="{3BF7AE18-1FAB-4795-9774-55C4DA4B9AAB}" dt="2026-09-14T16:22:05.665" v="782" actId="1076"/>
          <ac:grpSpMkLst>
            <pc:docMk/>
            <pc:sldMk cId="1065828779" sldId="1541"/>
            <ac:grpSpMk id="25" creationId="{6CB039E1-0113-F824-CBAB-03F14BE8B6A2}"/>
          </ac:grpSpMkLst>
        </pc:grpChg>
        <pc:grpChg chg="add mod ord">
          <ac:chgData name="Morgana Kinlan" userId="3b2e3c3d-6384-4c67-8f93-28d420f397d1" providerId="ADAL" clId="{3BF7AE18-1FAB-4795-9774-55C4DA4B9AAB}" dt="2026-09-14T16:40:30.476" v="1329" actId="166"/>
          <ac:grpSpMkLst>
            <pc:docMk/>
            <pc:sldMk cId="1065828779" sldId="1541"/>
            <ac:grpSpMk id="30" creationId="{60DF9039-8338-1182-9EAF-B87E15739559}"/>
          </ac:grpSpMkLst>
        </pc:grpChg>
        <pc:grpChg chg="add mod">
          <ac:chgData name="Morgana Kinlan" userId="3b2e3c3d-6384-4c67-8f93-28d420f397d1" providerId="ADAL" clId="{3BF7AE18-1FAB-4795-9774-55C4DA4B9AAB}" dt="2026-09-14T16:21:20.636" v="774" actId="1076"/>
          <ac:grpSpMkLst>
            <pc:docMk/>
            <pc:sldMk cId="1065828779" sldId="1541"/>
            <ac:grpSpMk id="32" creationId="{904C7092-478B-134C-8B6F-D6DA43744431}"/>
          </ac:grpSpMkLst>
        </pc:grpChg>
        <pc:picChg chg="add mod modCrop">
          <ac:chgData name="Morgana Kinlan" userId="3b2e3c3d-6384-4c67-8f93-28d420f397d1" providerId="ADAL" clId="{3BF7AE18-1FAB-4795-9774-55C4DA4B9AAB}" dt="2026-09-14T16:22:49.468" v="886" actId="1076"/>
          <ac:picMkLst>
            <pc:docMk/>
            <pc:sldMk cId="1065828779" sldId="1541"/>
            <ac:picMk id="24" creationId="{B39B3A3F-6A0C-17C9-6877-60A5F552937E}"/>
          </ac:picMkLst>
        </pc:picChg>
        <pc:cxnChg chg="add mod ord">
          <ac:chgData name="Morgana Kinlan" userId="3b2e3c3d-6384-4c67-8f93-28d420f397d1" providerId="ADAL" clId="{3BF7AE18-1FAB-4795-9774-55C4DA4B9AAB}" dt="2026-09-14T16:40:24.093" v="1328" actId="167"/>
          <ac:cxnSpMkLst>
            <pc:docMk/>
            <pc:sldMk cId="1065828779" sldId="1541"/>
            <ac:cxnSpMk id="38" creationId="{8B6E00A6-2B23-A2A4-6AEC-6824E98ED6E6}"/>
          </ac:cxnSpMkLst>
        </pc:cxnChg>
      </pc:sldChg>
      <pc:sldChg chg="addSp delSp modSp add mod ord modAnim">
        <pc:chgData name="Morgana Kinlan" userId="3b2e3c3d-6384-4c67-8f93-28d420f397d1" providerId="ADAL" clId="{3BF7AE18-1FAB-4795-9774-55C4DA4B9AAB}" dt="2026-09-14T16:33:10.445" v="1200" actId="1076"/>
        <pc:sldMkLst>
          <pc:docMk/>
          <pc:sldMk cId="531399819" sldId="1542"/>
        </pc:sldMkLst>
        <pc:spChg chg="add mod">
          <ac:chgData name="Morgana Kinlan" userId="3b2e3c3d-6384-4c67-8f93-28d420f397d1" providerId="ADAL" clId="{3BF7AE18-1FAB-4795-9774-55C4DA4B9AAB}" dt="2026-09-14T16:30:22.723" v="1180" actId="5793"/>
          <ac:spMkLst>
            <pc:docMk/>
            <pc:sldMk cId="531399819" sldId="1542"/>
            <ac:spMk id="4" creationId="{0B159C51-142A-026F-7B42-A2DF2292A0C3}"/>
          </ac:spMkLst>
        </pc:spChg>
        <pc:spChg chg="add mod">
          <ac:chgData name="Morgana Kinlan" userId="3b2e3c3d-6384-4c67-8f93-28d420f397d1" providerId="ADAL" clId="{3BF7AE18-1FAB-4795-9774-55C4DA4B9AAB}" dt="2026-09-14T16:30:09.598" v="1165" actId="207"/>
          <ac:spMkLst>
            <pc:docMk/>
            <pc:sldMk cId="531399819" sldId="1542"/>
            <ac:spMk id="7" creationId="{AD12B20C-AAE0-101E-EA52-0096F2273FDA}"/>
          </ac:spMkLst>
        </pc:spChg>
        <pc:picChg chg="add mod">
          <ac:chgData name="Morgana Kinlan" userId="3b2e3c3d-6384-4c67-8f93-28d420f397d1" providerId="ADAL" clId="{3BF7AE18-1FAB-4795-9774-55C4DA4B9AAB}" dt="2026-09-14T16:33:10.445" v="1200" actId="1076"/>
          <ac:picMkLst>
            <pc:docMk/>
            <pc:sldMk cId="531399819" sldId="1542"/>
            <ac:picMk id="3" creationId="{DE6AF943-049D-3A14-B7A9-A94A085499B6}"/>
          </ac:picMkLst>
        </pc:picChg>
      </pc:sldChg>
      <pc:sldChg chg="addSp delSp modSp add mod">
        <pc:chgData name="Morgana Kinlan" userId="3b2e3c3d-6384-4c67-8f93-28d420f397d1" providerId="ADAL" clId="{3BF7AE18-1FAB-4795-9774-55C4DA4B9AAB}" dt="2026-09-14T16:52:11.774" v="1483" actId="478"/>
        <pc:sldMkLst>
          <pc:docMk/>
          <pc:sldMk cId="468970066" sldId="1543"/>
        </pc:sldMkLst>
        <pc:spChg chg="mod">
          <ac:chgData name="Morgana Kinlan" userId="3b2e3c3d-6384-4c67-8f93-28d420f397d1" providerId="ADAL" clId="{3BF7AE18-1FAB-4795-9774-55C4DA4B9AAB}" dt="2026-09-14T16:52:09.193" v="1482" actId="20577"/>
          <ac:spMkLst>
            <pc:docMk/>
            <pc:sldMk cId="468970066" sldId="1543"/>
            <ac:spMk id="8" creationId="{995D1F61-BE1E-F70D-CCE8-159F8E3B04D8}"/>
          </ac:spMkLst>
        </pc:spChg>
        <pc:spChg chg="add mod ord">
          <ac:chgData name="Morgana Kinlan" userId="3b2e3c3d-6384-4c67-8f93-28d420f397d1" providerId="ADAL" clId="{3BF7AE18-1FAB-4795-9774-55C4DA4B9AAB}" dt="2026-09-14T16:36:26.926" v="1229" actId="164"/>
          <ac:spMkLst>
            <pc:docMk/>
            <pc:sldMk cId="468970066" sldId="1543"/>
            <ac:spMk id="15" creationId="{70D3BAEE-935F-312B-47D0-DE9B7B41BEB6}"/>
          </ac:spMkLst>
        </pc:spChg>
        <pc:grpChg chg="add mod">
          <ac:chgData name="Morgana Kinlan" userId="3b2e3c3d-6384-4c67-8f93-28d420f397d1" providerId="ADAL" clId="{3BF7AE18-1FAB-4795-9774-55C4DA4B9AAB}" dt="2026-09-14T16:38:45.027" v="1248" actId="1076"/>
          <ac:grpSpMkLst>
            <pc:docMk/>
            <pc:sldMk cId="468970066" sldId="1543"/>
            <ac:grpSpMk id="16" creationId="{0E5C0162-26F2-2F82-F6AD-C17F062C3445}"/>
          </ac:grpSpMkLst>
        </pc:grpChg>
        <pc:picChg chg="add mod">
          <ac:chgData name="Morgana Kinlan" userId="3b2e3c3d-6384-4c67-8f93-28d420f397d1" providerId="ADAL" clId="{3BF7AE18-1FAB-4795-9774-55C4DA4B9AAB}" dt="2026-09-14T16:36:44.294" v="1231" actId="1076"/>
          <ac:picMkLst>
            <pc:docMk/>
            <pc:sldMk cId="468970066" sldId="1543"/>
            <ac:picMk id="11" creationId="{E2AFD70A-709D-6F2B-E5AA-D3C5DCBB9E56}"/>
          </ac:picMkLst>
        </pc:picChg>
        <pc:picChg chg="add mod">
          <ac:chgData name="Morgana Kinlan" userId="3b2e3c3d-6384-4c67-8f93-28d420f397d1" providerId="ADAL" clId="{3BF7AE18-1FAB-4795-9774-55C4DA4B9AAB}" dt="2026-09-14T16:36:26.926" v="1229" actId="164"/>
          <ac:picMkLst>
            <pc:docMk/>
            <pc:sldMk cId="468970066" sldId="1543"/>
            <ac:picMk id="14" creationId="{3D30C527-FE4E-A647-9231-45A746251665}"/>
          </ac:picMkLst>
        </pc:picChg>
        <pc:cxnChg chg="add mod">
          <ac:chgData name="Morgana Kinlan" userId="3b2e3c3d-6384-4c67-8f93-28d420f397d1" providerId="ADAL" clId="{3BF7AE18-1FAB-4795-9774-55C4DA4B9AAB}" dt="2026-09-14T16:38:57.886" v="1252" actId="1582"/>
          <ac:cxnSpMkLst>
            <pc:docMk/>
            <pc:sldMk cId="468970066" sldId="1543"/>
            <ac:cxnSpMk id="37" creationId="{ECEC9438-AB6C-08B5-CC66-5176F38104DE}"/>
          </ac:cxnSpMkLst>
        </pc:cxnChg>
      </pc:sldChg>
      <pc:sldChg chg="addSp delSp modSp add mod">
        <pc:chgData name="Morgana Kinlan" userId="3b2e3c3d-6384-4c67-8f93-28d420f397d1" providerId="ADAL" clId="{3BF7AE18-1FAB-4795-9774-55C4DA4B9AAB}" dt="2026-10-02T17:37:06.192" v="1715" actId="14100"/>
        <pc:sldMkLst>
          <pc:docMk/>
          <pc:sldMk cId="3202071011" sldId="1544"/>
        </pc:sldMkLst>
        <pc:spChg chg="mod">
          <ac:chgData name="Morgana Kinlan" userId="3b2e3c3d-6384-4c67-8f93-28d420f397d1" providerId="ADAL" clId="{3BF7AE18-1FAB-4795-9774-55C4DA4B9AAB}" dt="2026-10-02T17:35:53.989" v="1570" actId="14100"/>
          <ac:spMkLst>
            <pc:docMk/>
            <pc:sldMk cId="3202071011" sldId="1544"/>
            <ac:spMk id="8" creationId="{49D6617D-C96F-7BA7-0EEA-8664686480A9}"/>
          </ac:spMkLst>
        </pc:spChg>
        <pc:spChg chg="mod">
          <ac:chgData name="Morgana Kinlan" userId="3b2e3c3d-6384-4c67-8f93-28d420f397d1" providerId="ADAL" clId="{3BF7AE18-1FAB-4795-9774-55C4DA4B9AAB}" dt="2026-10-02T17:35:59.622" v="1572" actId="1076"/>
          <ac:spMkLst>
            <pc:docMk/>
            <pc:sldMk cId="3202071011" sldId="1544"/>
            <ac:spMk id="19" creationId="{503BA1C6-4D97-4010-C042-581ACE8480AF}"/>
          </ac:spMkLst>
        </pc:spChg>
        <pc:spChg chg="mod">
          <ac:chgData name="Morgana Kinlan" userId="3b2e3c3d-6384-4c67-8f93-28d420f397d1" providerId="ADAL" clId="{3BF7AE18-1FAB-4795-9774-55C4DA4B9AAB}" dt="2026-10-02T17:37:06.192" v="1715" actId="14100"/>
          <ac:spMkLst>
            <pc:docMk/>
            <pc:sldMk cId="3202071011" sldId="1544"/>
            <ac:spMk id="20" creationId="{E6A0CF9F-D829-DDAC-32A9-7C13FD783451}"/>
          </ac:spMkLst>
        </pc:spChg>
        <pc:spChg chg="mod">
          <ac:chgData name="Morgana Kinlan" userId="3b2e3c3d-6384-4c67-8f93-28d420f397d1" providerId="ADAL" clId="{3BF7AE18-1FAB-4795-9774-55C4DA4B9AAB}" dt="2026-09-14T16:51:00.552" v="1454" actId="14100"/>
          <ac:spMkLst>
            <pc:docMk/>
            <pc:sldMk cId="3202071011" sldId="1544"/>
            <ac:spMk id="38" creationId="{CE4D6470-9882-47D4-E6A0-2E326E9C8294}"/>
          </ac:spMkLst>
        </pc:spChg>
        <pc:spChg chg="mod">
          <ac:chgData name="Morgana Kinlan" userId="3b2e3c3d-6384-4c67-8f93-28d420f397d1" providerId="ADAL" clId="{3BF7AE18-1FAB-4795-9774-55C4DA4B9AAB}" dt="2026-09-14T16:51:03.141" v="1457" actId="20577"/>
          <ac:spMkLst>
            <pc:docMk/>
            <pc:sldMk cId="3202071011" sldId="1544"/>
            <ac:spMk id="39" creationId="{ED290823-798B-FC95-B325-FD649829A689}"/>
          </ac:spMkLst>
        </pc:spChg>
        <pc:spChg chg="mod ord">
          <ac:chgData name="Morgana Kinlan" userId="3b2e3c3d-6384-4c67-8f93-28d420f397d1" providerId="ADAL" clId="{3BF7AE18-1FAB-4795-9774-55C4DA4B9AAB}" dt="2026-09-14T16:50:23.663" v="1443" actId="14100"/>
          <ac:spMkLst>
            <pc:docMk/>
            <pc:sldMk cId="3202071011" sldId="1544"/>
            <ac:spMk id="40" creationId="{E7AA0EC2-1F87-25D1-DE70-4BC6F650D640}"/>
          </ac:spMkLst>
        </pc:spChg>
        <pc:grpChg chg="mod">
          <ac:chgData name="Morgana Kinlan" userId="3b2e3c3d-6384-4c67-8f93-28d420f397d1" providerId="ADAL" clId="{3BF7AE18-1FAB-4795-9774-55C4DA4B9AAB}" dt="2026-10-02T17:36:14.874" v="1575" actId="14100"/>
          <ac:grpSpMkLst>
            <pc:docMk/>
            <pc:sldMk cId="3202071011" sldId="1544"/>
            <ac:grpSpMk id="18" creationId="{206A8E18-B7FA-A91A-D280-E09FDE3FDF8F}"/>
          </ac:grpSpMkLst>
        </pc:grpChg>
        <pc:grpChg chg="mod">
          <ac:chgData name="Morgana Kinlan" userId="3b2e3c3d-6384-4c67-8f93-28d420f397d1" providerId="ADAL" clId="{3BF7AE18-1FAB-4795-9774-55C4DA4B9AAB}" dt="2026-10-02T17:36:10.327" v="1574" actId="1076"/>
          <ac:grpSpMkLst>
            <pc:docMk/>
            <pc:sldMk cId="3202071011" sldId="1544"/>
            <ac:grpSpMk id="37" creationId="{CB0F777A-5658-2389-601C-EE153DAFF730}"/>
          </ac:grpSpMkLst>
        </pc:grpChg>
        <pc:picChg chg="add mod">
          <ac:chgData name="Morgana Kinlan" userId="3b2e3c3d-6384-4c67-8f93-28d420f397d1" providerId="ADAL" clId="{3BF7AE18-1FAB-4795-9774-55C4DA4B9AAB}" dt="2026-09-14T16:48:37.192" v="1390" actId="1076"/>
          <ac:picMkLst>
            <pc:docMk/>
            <pc:sldMk cId="3202071011" sldId="1544"/>
            <ac:picMk id="3" creationId="{81962C35-AD3F-0667-EE20-19E064464EDD}"/>
          </ac:picMkLst>
        </pc:picChg>
        <pc:picChg chg="add mod ord">
          <ac:chgData name="Morgana Kinlan" userId="3b2e3c3d-6384-4c67-8f93-28d420f397d1" providerId="ADAL" clId="{3BF7AE18-1FAB-4795-9774-55C4DA4B9AAB}" dt="2026-09-14T16:50:13.122" v="1439" actId="166"/>
          <ac:picMkLst>
            <pc:docMk/>
            <pc:sldMk cId="3202071011" sldId="1544"/>
            <ac:picMk id="5" creationId="{264708E6-A37F-EB3B-6956-26BBE22BDD5D}"/>
          </ac:picMkLst>
        </pc:picChg>
        <pc:cxnChg chg="mod ord">
          <ac:chgData name="Morgana Kinlan" userId="3b2e3c3d-6384-4c67-8f93-28d420f397d1" providerId="ADAL" clId="{3BF7AE18-1FAB-4795-9774-55C4DA4B9AAB}" dt="2026-09-14T16:50:33.979" v="1447" actId="14100"/>
          <ac:cxnSpMkLst>
            <pc:docMk/>
            <pc:sldMk cId="3202071011" sldId="1544"/>
            <ac:cxnSpMk id="42" creationId="{CADB081D-A7A8-5383-9D99-3C4FA26541B2}"/>
          </ac:cxnSpMkLst>
        </pc:cxnChg>
      </pc:sldChg>
      <pc:sldChg chg="addSp modSp add mod">
        <pc:chgData name="Morgana Kinlan" userId="3b2e3c3d-6384-4c67-8f93-28d420f397d1" providerId="ADAL" clId="{3BF7AE18-1FAB-4795-9774-55C4DA4B9AAB}" dt="2026-09-14T16:54:49.469" v="1551" actId="1076"/>
        <pc:sldMkLst>
          <pc:docMk/>
          <pc:sldMk cId="3002144244" sldId="1545"/>
        </pc:sldMkLst>
        <pc:spChg chg="mod">
          <ac:chgData name="Morgana Kinlan" userId="3b2e3c3d-6384-4c67-8f93-28d420f397d1" providerId="ADAL" clId="{3BF7AE18-1FAB-4795-9774-55C4DA4B9AAB}" dt="2026-09-14T16:54:23.539" v="1546" actId="20577"/>
          <ac:spMkLst>
            <pc:docMk/>
            <pc:sldMk cId="3002144244" sldId="1545"/>
            <ac:spMk id="5" creationId="{ED2002D3-95B4-C3C6-0E10-5B574C5CA29A}"/>
          </ac:spMkLst>
        </pc:spChg>
        <pc:spChg chg="mod">
          <ac:chgData name="Morgana Kinlan" userId="3b2e3c3d-6384-4c67-8f93-28d420f397d1" providerId="ADAL" clId="{3BF7AE18-1FAB-4795-9774-55C4DA4B9AAB}" dt="2026-09-14T16:54:10.454" v="1512" actId="14100"/>
          <ac:spMkLst>
            <pc:docMk/>
            <pc:sldMk cId="3002144244" sldId="1545"/>
            <ac:spMk id="8" creationId="{995D1F61-BE1E-F70D-CCE8-159F8E3B04D8}"/>
          </ac:spMkLst>
        </pc:spChg>
        <pc:cxnChg chg="add mod">
          <ac:chgData name="Morgana Kinlan" userId="3b2e3c3d-6384-4c67-8f93-28d420f397d1" providerId="ADAL" clId="{3BF7AE18-1FAB-4795-9774-55C4DA4B9AAB}" dt="2026-09-14T16:54:49.469" v="1551" actId="1076"/>
          <ac:cxnSpMkLst>
            <pc:docMk/>
            <pc:sldMk cId="3002144244" sldId="1545"/>
            <ac:cxnSpMk id="3" creationId="{723D63B4-9C01-FC94-3AC8-487B791E80B7}"/>
          </ac:cxnSpMkLst>
        </pc:cxnChg>
      </pc:sldChg>
      <pc:sldMasterChg chg="delSldLayout">
        <pc:chgData name="Morgana Kinlan" userId="3b2e3c3d-6384-4c67-8f93-28d420f397d1" providerId="ADAL" clId="{3BF7AE18-1FAB-4795-9774-55C4DA4B9AAB}" dt="2026-09-14T17:01:44.818" v="1568" actId="47"/>
        <pc:sldMasterMkLst>
          <pc:docMk/>
          <pc:sldMasterMk cId="1709973695" sldId="2147483773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66020-FED5-2913-CBF7-85C2025F7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1736A-C5D3-25C2-9B17-7940BD527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B3DB2-935C-F2A8-B591-97FB8FDE8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DD0AB-0985-3962-2A8B-F62B2E1CB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547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226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7D6AB-E26B-1FA3-537C-3E9EEC6B8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CBCE1-5D27-C0C5-3CBD-E7D3A6D41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FDFEA-9C40-8A26-6526-B74A6CCB9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56C4D-A143-BD1A-87A1-077E5B439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192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6"/>
            <a:ext cx="10923936" cy="641279"/>
          </a:xfrm>
        </p:spPr>
        <p:txBody>
          <a:bodyPr anchor="b">
            <a:noAutofit/>
          </a:bodyPr>
          <a:lstStyle>
            <a:lvl1pPr algn="l">
              <a:defRPr sz="5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CDE85611-F29A-5B31-8523-08B6A1185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11724"/>
            <a:ext cx="10923936" cy="40929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 t="-40" b="-4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00589" y="6212217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7524BB-F0A6-4140-A8AB-1C8A7E34AB03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09325" y="6221013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78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/>
          <a:p>
            <a:fld id="{7E574385-C0BA-734A-92FC-17834D8EB701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6" y="1016954"/>
            <a:ext cx="4306487" cy="3345811"/>
          </a:xfrm>
        </p:spPr>
        <p:txBody>
          <a:bodyPr anchor="b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4095" y="4743765"/>
            <a:ext cx="4333869" cy="147923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 l="-32" r="-3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7" y="0"/>
            <a:ext cx="244791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5846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6C3E8657-ED4F-2349-80D5-3F1287888601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25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4714880" cy="3360095"/>
          </a:xfrm>
        </p:spPr>
        <p:txBody>
          <a:bodyPr anchor="t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714880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30" y="3586"/>
            <a:ext cx="315476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45379" y="3586"/>
            <a:ext cx="89831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A7185-3F7E-9249-BB9E-706C38E229BC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00270" y="3586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57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011936"/>
            <a:ext cx="7538425" cy="317250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6000" u="sng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7" y="4728525"/>
            <a:ext cx="7538425" cy="1494475"/>
          </a:xfrm>
        </p:spPr>
        <p:txBody>
          <a:bodyPr anchor="b">
            <a:norm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99A48728-1D9C-2F4B-9F0A-BC2AEDF455B4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07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1011936"/>
            <a:ext cx="8095016" cy="3335590"/>
          </a:xfrm>
        </p:spPr>
        <p:txBody>
          <a:bodyPr anchor="b">
            <a:normAutofit/>
          </a:bodyPr>
          <a:lstStyle>
            <a:lvl1pPr algn="l">
              <a:defRPr sz="6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8095015" cy="11175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FDA9-B56F-3D40-BA5C-830FD973E5D1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5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011936"/>
            <a:ext cx="7924802" cy="3350830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2" y="4728526"/>
            <a:ext cx="7924801" cy="111753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4B425-AD26-2748-9379-4D52F1178C82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85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0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6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505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75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 anchor="b"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3095" y="630936"/>
            <a:ext cx="4714870" cy="5592064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91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5"/>
            <a:ext cx="4663440" cy="2241233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7112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EECD8D-53A7-3A4F-8909-5ECB0FEF37FB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3623950"/>
            <a:ext cx="4663440" cy="253910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43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2129475"/>
            <a:ext cx="4719430" cy="2599051"/>
          </a:xfrm>
        </p:spPr>
        <p:txBody>
          <a:bodyPr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7E3B5C-D099-9543-A57D-129299D311F4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3095" y="2129475"/>
            <a:ext cx="4158283" cy="2599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748474"/>
            <a:ext cx="4328498" cy="3726812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DDB5BF-28B0-5C4D-A64A-E611B8C77204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748473"/>
            <a:ext cx="6209053" cy="37268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1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81759"/>
            <a:ext cx="4347849" cy="4841241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82B860-5E2A-1340-A6D3-E276E55F2222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381759"/>
            <a:ext cx="6209054" cy="48412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28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01715"/>
            <a:ext cx="4347850" cy="4855526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76C7A-4B29-7743-AB3A-5EEF28262A7C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001715"/>
            <a:ext cx="6209053" cy="48555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57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2" y="1001715"/>
            <a:ext cx="3385529" cy="5221285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826AE1-158D-A74A-A5C8-25E57C484C69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1001715"/>
            <a:ext cx="7152029" cy="52212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173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127760"/>
          </a:xfrm>
        </p:spPr>
        <p:txBody>
          <a:bodyPr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1EC562-4E50-D34B-8F39-5DD0D018EB66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2495234"/>
            <a:ext cx="10923935" cy="3727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785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8481400" cy="1484254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DD5DD5-92AA-6440-87DE-277C532BE8AC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877190"/>
            <a:ext cx="8481400" cy="334581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82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1001714"/>
            <a:ext cx="6209053" cy="1122374"/>
          </a:xfrm>
        </p:spPr>
        <p:txBody>
          <a:bodyPr anchor="t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6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C78A78-9BD4-2540-9BAB-27AD9352B454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90490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496189"/>
            <a:ext cx="6209053" cy="372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38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209066" cy="11214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8134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9766" y="0"/>
            <a:ext cx="896113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5BCBD1-B884-5B4C-ACE8-81AA2A39E888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209066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2823" y="0"/>
            <a:ext cx="492917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717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936" y="1001714"/>
            <a:ext cx="7152028" cy="1122374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1954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71664" y="0"/>
            <a:ext cx="280034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61CBF7-6530-194B-9FC2-12E7E7738880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2496189"/>
            <a:ext cx="7152028" cy="37268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26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587506" cy="11125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595451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7705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FA5E271-D672-F147-B371-ABF5E56F00EC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69" y="0"/>
            <a:ext cx="548641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2454" y="0"/>
            <a:ext cx="401954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57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9803"/>
            <a:ext cx="4714869" cy="1109672"/>
          </a:xfrm>
        </p:spPr>
        <p:txBody>
          <a:bodyPr anchor="t"/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0581" y="0"/>
            <a:ext cx="91440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79DE5A-E0D1-2647-9D82-FBDAE5DFB807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514279"/>
            <a:ext cx="4714869" cy="3708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00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4714881" cy="1108746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515204"/>
            <a:ext cx="4714881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0190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69D102-A2FD-8743-85DB-14F8D0C32AC3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33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1935"/>
            <a:ext cx="4714869" cy="1112153"/>
          </a:xfrm>
        </p:spPr>
        <p:txBody>
          <a:bodyPr anchor="b"/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237" y="0"/>
            <a:ext cx="283687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87910" y="0"/>
            <a:ext cx="92708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F1854-4AF0-ED49-AE83-182A816927B5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630936"/>
            <a:ext cx="5652469" cy="559206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1021" y="2496190"/>
            <a:ext cx="4696943" cy="37268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39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714880" cy="1121417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8F57D1-DD5E-4E44-98C5-7D5639D55A57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69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495233"/>
            <a:ext cx="4736136" cy="37277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56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2921"/>
            <a:ext cx="3385510" cy="1117539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2454" y="0"/>
            <a:ext cx="173584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911643" y="0"/>
            <a:ext cx="700007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B83C81-A524-F840-ABC9-B6BB50E4A13C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3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2515204"/>
            <a:ext cx="3385510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5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3380187" cy="1108746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0837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3140" y="0"/>
            <a:ext cx="71629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8DA53-5E6D-4942-B673-3E50E3C9DB93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5575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491461"/>
            <a:ext cx="3380313" cy="37315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99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4222"/>
            <a:ext cx="3385510" cy="1882967"/>
          </a:xfrm>
        </p:spPr>
        <p:txBody>
          <a:bodyPr anchor="b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2455" y="0"/>
            <a:ext cx="1735844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16244" y="0"/>
            <a:ext cx="695406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A35C60-A52E-0F44-95C1-79561B62B391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64F22B5B-7B07-4638-1ED2-E13EDE05C1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251766"/>
            <a:ext cx="3385510" cy="297123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200">
                <a:solidFill>
                  <a:schemeClr val="tx1"/>
                </a:solidFill>
              </a:defRPr>
            </a:lvl3pPr>
            <a:lvl4pPr marL="685800" indent="0">
              <a:buNone/>
              <a:defRPr sz="1100">
                <a:solidFill>
                  <a:schemeClr val="tx1"/>
                </a:solidFill>
              </a:defRPr>
            </a:lvl4pPr>
            <a:lvl5pPr marL="914400" indent="0"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674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100628"/>
            <a:ext cx="4328498" cy="1122373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728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0627"/>
            <a:ext cx="6208724" cy="11223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E8027-836D-F64B-BBF7-A246E67FE0A3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498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353866"/>
            <a:ext cx="2828932" cy="1869134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4353866"/>
            <a:ext cx="7538412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D38C6B-BFF0-FA48-8F70-77BDD72A014D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202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27443"/>
            <a:ext cx="2828926" cy="1826790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2805405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0AF01B-D893-9C4D-8AB8-7E6079CED5E9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25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011936"/>
            <a:ext cx="10945318" cy="745437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4623E1-10D5-C048-8991-E2228A964ED1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129474"/>
            <a:ext cx="6230450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4"/>
            <a:ext cx="4333867" cy="41281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903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714881" cy="1121418"/>
          </a:xfrm>
        </p:spPr>
        <p:txBody>
          <a:bodyPr>
            <a:normAutofit/>
          </a:bodyPr>
          <a:lstStyle>
            <a:lvl1pPr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DB6E09-373C-2841-960E-B24A18A7C55D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495234"/>
            <a:ext cx="4706938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9" y="1001715"/>
            <a:ext cx="5292853" cy="52212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153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96695"/>
            <a:ext cx="3771907" cy="1126438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CB72DF-080D-4042-863C-D2B08AB5E1E8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2495234"/>
            <a:ext cx="3717934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1005779"/>
            <a:ext cx="6615116" cy="53029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18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6" y="4531056"/>
            <a:ext cx="6209067" cy="1691943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5D9B6A-47DB-D845-97C7-9775E46E650D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7" y="630937"/>
            <a:ext cx="6209067" cy="350433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9" y="630937"/>
            <a:ext cx="4328485" cy="559206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08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5" y="5109526"/>
            <a:ext cx="6209079" cy="111347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2" y="1011935"/>
            <a:ext cx="10923942" cy="371659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6780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11347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5"/>
            <a:ext cx="10923935" cy="371659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374876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24555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10923935" cy="3665730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35409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7816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7266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95663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A2AD571-8A42-FC4D-8DD1-0DD76ABF057B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001715"/>
            <a:ext cx="8502777" cy="522128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 u="sng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1" u="sng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1" u="sng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1" u="sng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1" u="sng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987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007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F588B4-CB59-614E-93AB-9F331D0D8D83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764792"/>
            <a:ext cx="8481400" cy="44582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95408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8851A9-1959-C54C-A050-24BB5C598FE4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8481400" cy="521106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850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32BBD40-9FB7-E148-AC1B-3919D230BEB1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74511" cy="521106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u="sng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43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475284"/>
            <a:ext cx="9037984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7B831F-0525-DF47-A6D2-509FE238C6D0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005779"/>
            <a:ext cx="9037985" cy="4103745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690378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9066" y="5475285"/>
            <a:ext cx="9045923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3EBDBC-CFAC-9946-A2F3-D6402690E4D2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9066" y="1001715"/>
            <a:ext cx="9053874" cy="410781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340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475285"/>
            <a:ext cx="907451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42C378-8FD2-C449-B7AA-6F7022066293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37985" cy="371659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815882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40203"/>
            <a:ext cx="10923934" cy="109900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4760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1001715"/>
            <a:ext cx="10923934" cy="7477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87229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1010613"/>
            <a:ext cx="10945189" cy="746759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BE2A0-CBC1-A842-B334-0B3B571BCC28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129474"/>
            <a:ext cx="5271473" cy="4093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3941" y="2129475"/>
            <a:ext cx="5274021" cy="40935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7427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10614"/>
            <a:ext cx="10923934" cy="74676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4D687F-3261-A345-B9E7-76DD0579BB9D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2120575"/>
            <a:ext cx="5271474" cy="37561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3940" y="2120575"/>
            <a:ext cx="5274023" cy="37561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877190"/>
            <a:ext cx="5266092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877190"/>
            <a:ext cx="5271464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623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10923935" cy="186525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C9DF99-DDC2-894B-B2EC-BE93B405C6CB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817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E1AAE6-D11F-2F46-A437-EC693200CDD7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307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6695"/>
            <a:ext cx="3763961" cy="1314426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95903C-EDC1-ED4F-958F-696903391605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63961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474" y="1005779"/>
            <a:ext cx="6604492" cy="521722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05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0936"/>
            <a:ext cx="3793283" cy="2246253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C713B-25C9-B74A-9BBC-A695A5E98312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1" y="3242949"/>
            <a:ext cx="3763969" cy="3017826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0937"/>
            <a:ext cx="6616830" cy="55920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4980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82085"/>
            <a:ext cx="7538425" cy="1895105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5279E-0E3B-B54D-9B59-E121D9B3AFDB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3242949"/>
            <a:ext cx="10923935" cy="2980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394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8481400" cy="1852292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E747C-1B1C-1345-96BA-B9E64C23A7BC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14097"/>
            <a:ext cx="8481400" cy="1861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18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2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7731038" cy="3346766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9DA23C4-A9FB-DB4A-B7DD-A0A5161EF3E0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5109526"/>
            <a:ext cx="6595450" cy="1113474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027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494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08540" y="0"/>
            <a:ext cx="9144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fld id="{D90E5A07-4FDA-D34C-BE60-17876FEEBAA5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029" y="0"/>
            <a:ext cx="36576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9324" y="0"/>
            <a:ext cx="54864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2877190"/>
            <a:ext cx="10923935" cy="334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9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9" r:id="rId5"/>
    <p:sldLayoutId id="2147483780" r:id="rId6"/>
    <p:sldLayoutId id="2147483781" r:id="rId7"/>
    <p:sldLayoutId id="2147483782" r:id="rId8"/>
    <p:sldLayoutId id="2147483832" r:id="rId9"/>
    <p:sldLayoutId id="2147483783" r:id="rId10"/>
    <p:sldLayoutId id="214748383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  <p:sldLayoutId id="2147483805" r:id="rId33"/>
    <p:sldLayoutId id="2147483806" r:id="rId34"/>
    <p:sldLayoutId id="2147483807" r:id="rId35"/>
    <p:sldLayoutId id="2147483808" r:id="rId36"/>
    <p:sldLayoutId id="2147483809" r:id="rId37"/>
    <p:sldLayoutId id="2147483810" r:id="rId38"/>
    <p:sldLayoutId id="2147483811" r:id="rId39"/>
    <p:sldLayoutId id="2147483812" r:id="rId40"/>
    <p:sldLayoutId id="2147483813" r:id="rId41"/>
    <p:sldLayoutId id="2147483814" r:id="rId42"/>
    <p:sldLayoutId id="214748383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35" r:id="rId52"/>
    <p:sldLayoutId id="2147483823" r:id="rId53"/>
    <p:sldLayoutId id="2147483824" r:id="rId54"/>
    <p:sldLayoutId id="2147483825" r:id="rId55"/>
    <p:sldLayoutId id="2147483826" r:id="rId56"/>
    <p:sldLayoutId id="2147483827" r:id="rId57"/>
    <p:sldLayoutId id="2147483828" r:id="rId58"/>
    <p:sldLayoutId id="2147483829" r:id="rId59"/>
    <p:sldLayoutId id="2147483830" r:id="rId60"/>
    <p:sldLayoutId id="2147483831" r:id="rId6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u="sng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4210AAE-8E36-C668-C2B5-0B7F0090F3F5}"/>
              </a:ext>
            </a:extLst>
          </p:cNvPr>
          <p:cNvSpPr/>
          <p:nvPr/>
        </p:nvSpPr>
        <p:spPr>
          <a:xfrm>
            <a:off x="457200" y="1891506"/>
            <a:ext cx="9156700" cy="166826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85669"/>
              </a:lnSpc>
            </a:pPr>
            <a:r>
              <a:rPr lang="en-US" sz="6600" b="1" kern="0" spc="-198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Staying Organized Across Machines</a:t>
            </a:r>
            <a:endParaRPr lang="en-US" sz="6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B90EF90E-331A-76D6-48CF-F4395D6E367B}"/>
              </a:ext>
            </a:extLst>
          </p:cNvPr>
          <p:cNvSpPr/>
          <p:nvPr/>
        </p:nvSpPr>
        <p:spPr>
          <a:xfrm>
            <a:off x="457200" y="3508538"/>
            <a:ext cx="10830560" cy="40726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2133" b="1" kern="0" spc="168" dirty="0">
                <a:solidFill>
                  <a:srgbClr val="00B0F0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PRACTICAL WORKFLOWS FOR DATA SCIENTISTS WITH BUSY BRAINS</a:t>
            </a:r>
            <a:endParaRPr lang="en-US" sz="2133" b="1" dirty="0">
              <a:solidFill>
                <a:srgbClr val="00B0F0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2A54367-3B26-82EE-9DEA-12AF115F1549}"/>
              </a:ext>
            </a:extLst>
          </p:cNvPr>
          <p:cNvSpPr/>
          <p:nvPr/>
        </p:nvSpPr>
        <p:spPr>
          <a:xfrm>
            <a:off x="457200" y="4593854"/>
            <a:ext cx="7194550" cy="103976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2051"/>
              </a:lnSpc>
            </a:pPr>
            <a:r>
              <a:rPr lang="en-US" sz="1867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Morgana Kinlan</a:t>
            </a:r>
          </a:p>
          <a:p>
            <a:pPr>
              <a:lnSpc>
                <a:spcPct val="122051"/>
              </a:lnSpc>
            </a:pPr>
            <a:r>
              <a:rPr lang="en-US" sz="1867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Senior Strategic Services Analyst, DeepSeas</a:t>
            </a:r>
          </a:p>
          <a:p>
            <a:pPr>
              <a:lnSpc>
                <a:spcPct val="122051"/>
              </a:lnSpc>
            </a:pPr>
            <a:r>
              <a:rPr lang="en-US" sz="1867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Founder, Tell-Tale Data, LLC</a:t>
            </a:r>
          </a:p>
          <a:p>
            <a:pPr>
              <a:lnSpc>
                <a:spcPct val="122051"/>
              </a:lnSpc>
            </a:pPr>
            <a:endParaRPr lang="en-US" sz="1867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1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C30C-D4F9-8261-C305-B13E663D8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95D1F61-BE1E-F70D-CCE8-159F8E3B0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8" y="149688"/>
            <a:ext cx="6671015" cy="1754526"/>
          </a:xfrm>
        </p:spPr>
        <p:txBody>
          <a:bodyPr/>
          <a:lstStyle/>
          <a:p>
            <a:r>
              <a:rPr lang="en-US" dirty="0"/>
              <a:t>Steps in a nutshell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F7C8DA-53DB-6C3F-2298-D98B959FCD18}"/>
              </a:ext>
            </a:extLst>
          </p:cNvPr>
          <p:cNvSpPr txBox="1"/>
          <p:nvPr/>
        </p:nvSpPr>
        <p:spPr>
          <a:xfrm>
            <a:off x="521805" y="24869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AFD70A-709D-6F2B-E5AA-D3C5DCBB9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707" y="171673"/>
            <a:ext cx="3725182" cy="65366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D2002D3-95B4-C3C6-0E10-5B574C5CA29A}"/>
              </a:ext>
            </a:extLst>
          </p:cNvPr>
          <p:cNvSpPr/>
          <p:nvPr/>
        </p:nvSpPr>
        <p:spPr>
          <a:xfrm>
            <a:off x="521805" y="2133787"/>
            <a:ext cx="5574195" cy="3735773"/>
          </a:xfrm>
          <a:custGeom>
            <a:avLst/>
            <a:gdLst>
              <a:gd name="csX0" fmla="*/ 0 w 3148917"/>
              <a:gd name="csY0" fmla="*/ 167451 h 1674507"/>
              <a:gd name="csX1" fmla="*/ 167451 w 3148917"/>
              <a:gd name="csY1" fmla="*/ 0 h 1674507"/>
              <a:gd name="csX2" fmla="*/ 2981466 w 3148917"/>
              <a:gd name="csY2" fmla="*/ 0 h 1674507"/>
              <a:gd name="csX3" fmla="*/ 3148917 w 3148917"/>
              <a:gd name="csY3" fmla="*/ 167451 h 1674507"/>
              <a:gd name="csX4" fmla="*/ 3148917 w 3148917"/>
              <a:gd name="csY4" fmla="*/ 1507056 h 1674507"/>
              <a:gd name="csX5" fmla="*/ 2981466 w 3148917"/>
              <a:gd name="csY5" fmla="*/ 1674507 h 1674507"/>
              <a:gd name="csX6" fmla="*/ 167451 w 3148917"/>
              <a:gd name="csY6" fmla="*/ 1674507 h 1674507"/>
              <a:gd name="csX7" fmla="*/ 0 w 3148917"/>
              <a:gd name="csY7" fmla="*/ 1507056 h 1674507"/>
              <a:gd name="csX8" fmla="*/ 0 w 3148917"/>
              <a:gd name="csY8" fmla="*/ 167451 h 1674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148917" h="1674507">
                <a:moveTo>
                  <a:pt x="0" y="167451"/>
                </a:moveTo>
                <a:cubicBezTo>
                  <a:pt x="0" y="74970"/>
                  <a:pt x="74970" y="0"/>
                  <a:pt x="167451" y="0"/>
                </a:cubicBezTo>
                <a:lnTo>
                  <a:pt x="2981466" y="0"/>
                </a:lnTo>
                <a:cubicBezTo>
                  <a:pt x="3073947" y="0"/>
                  <a:pt x="3148917" y="74970"/>
                  <a:pt x="3148917" y="167451"/>
                </a:cubicBezTo>
                <a:lnTo>
                  <a:pt x="3148917" y="1507056"/>
                </a:lnTo>
                <a:cubicBezTo>
                  <a:pt x="3148917" y="1599537"/>
                  <a:pt x="3073947" y="1674507"/>
                  <a:pt x="2981466" y="1674507"/>
                </a:cubicBezTo>
                <a:lnTo>
                  <a:pt x="167451" y="1674507"/>
                </a:lnTo>
                <a:cubicBezTo>
                  <a:pt x="74970" y="1674507"/>
                  <a:pt x="0" y="1599537"/>
                  <a:pt x="0" y="1507056"/>
                </a:cubicBezTo>
                <a:lnTo>
                  <a:pt x="0" y="167451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155" tIns="167155" rIns="167155" bIns="167155" numCol="1" spcCol="1270" anchor="ctr" anchorCtr="0">
            <a:noAutofit/>
          </a:bodyPr>
          <a:lstStyle/>
          <a:p>
            <a:pPr marL="514350" lvl="0" indent="-514350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AutoNum type="arabicPeriod"/>
            </a:pPr>
            <a:r>
              <a:rPr lang="en-US" sz="3100" kern="1200" dirty="0"/>
              <a:t>Download from GitHub</a:t>
            </a:r>
          </a:p>
          <a:p>
            <a:pPr marL="514350" lvl="0" indent="-514350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AutoNum type="arabicPeriod"/>
            </a:pPr>
            <a:r>
              <a:rPr lang="en-US" sz="3100" dirty="0"/>
              <a:t>Adjust folders to your style</a:t>
            </a:r>
          </a:p>
          <a:p>
            <a:pPr marL="514350" lvl="0" indent="-514350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AutoNum type="arabicPeriod"/>
            </a:pPr>
            <a:r>
              <a:rPr lang="en-US" sz="3100" dirty="0"/>
              <a:t>Set parent directory</a:t>
            </a:r>
          </a:p>
          <a:p>
            <a:pPr marL="514350" lvl="0" indent="-514350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AutoNum type="arabicPeriod"/>
            </a:pPr>
            <a:r>
              <a:rPr lang="en-US" sz="3100" kern="1200" dirty="0"/>
              <a:t>Load with devtools </a:t>
            </a:r>
          </a:p>
          <a:p>
            <a:pPr marL="514350" lvl="0" indent="-514350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AutoNum type="arabicPeriod"/>
            </a:pPr>
            <a:r>
              <a:rPr lang="en-US" sz="3100" dirty="0"/>
              <a:t>Run new_project command</a:t>
            </a:r>
          </a:p>
          <a:p>
            <a:pPr marL="514350" lvl="0" indent="-514350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AutoNum type="arabicPeriod"/>
            </a:pPr>
            <a:r>
              <a:rPr lang="en-US" sz="3100" kern="1200" dirty="0"/>
              <a:t>End up with this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23D63B4-9C01-FC94-3AC8-487B791E80B7}"/>
              </a:ext>
            </a:extLst>
          </p:cNvPr>
          <p:cNvCxnSpPr>
            <a:cxnSpLocks/>
          </p:cNvCxnSpPr>
          <p:nvPr/>
        </p:nvCxnSpPr>
        <p:spPr>
          <a:xfrm>
            <a:off x="3902697" y="5476973"/>
            <a:ext cx="376860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14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A5A50-93AF-3380-1EF7-A2CFB3902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2866E83-E142-9BF9-88BA-DC1F9AE3835C}"/>
              </a:ext>
            </a:extLst>
          </p:cNvPr>
          <p:cNvSpPr txBox="1"/>
          <p:nvPr/>
        </p:nvSpPr>
        <p:spPr>
          <a:xfrm>
            <a:off x="521805" y="24869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6AF943-049D-3A14-B7A9-A94A0854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902" y="1073958"/>
            <a:ext cx="6658655" cy="5261962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B159C51-142A-026F-7B42-A2DF2292A0C3}"/>
              </a:ext>
            </a:extLst>
          </p:cNvPr>
          <p:cNvSpPr/>
          <p:nvPr/>
        </p:nvSpPr>
        <p:spPr>
          <a:xfrm>
            <a:off x="1140643" y="1819373"/>
            <a:ext cx="2991451" cy="3771133"/>
          </a:xfrm>
          <a:custGeom>
            <a:avLst/>
            <a:gdLst>
              <a:gd name="csX0" fmla="*/ 0 w 3148917"/>
              <a:gd name="csY0" fmla="*/ 167451 h 1674507"/>
              <a:gd name="csX1" fmla="*/ 167451 w 3148917"/>
              <a:gd name="csY1" fmla="*/ 0 h 1674507"/>
              <a:gd name="csX2" fmla="*/ 2981466 w 3148917"/>
              <a:gd name="csY2" fmla="*/ 0 h 1674507"/>
              <a:gd name="csX3" fmla="*/ 3148917 w 3148917"/>
              <a:gd name="csY3" fmla="*/ 167451 h 1674507"/>
              <a:gd name="csX4" fmla="*/ 3148917 w 3148917"/>
              <a:gd name="csY4" fmla="*/ 1507056 h 1674507"/>
              <a:gd name="csX5" fmla="*/ 2981466 w 3148917"/>
              <a:gd name="csY5" fmla="*/ 1674507 h 1674507"/>
              <a:gd name="csX6" fmla="*/ 167451 w 3148917"/>
              <a:gd name="csY6" fmla="*/ 1674507 h 1674507"/>
              <a:gd name="csX7" fmla="*/ 0 w 3148917"/>
              <a:gd name="csY7" fmla="*/ 1507056 h 1674507"/>
              <a:gd name="csX8" fmla="*/ 0 w 3148917"/>
              <a:gd name="csY8" fmla="*/ 167451 h 1674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148917" h="1674507">
                <a:moveTo>
                  <a:pt x="0" y="167451"/>
                </a:moveTo>
                <a:cubicBezTo>
                  <a:pt x="0" y="74970"/>
                  <a:pt x="74970" y="0"/>
                  <a:pt x="167451" y="0"/>
                </a:cubicBezTo>
                <a:lnTo>
                  <a:pt x="2981466" y="0"/>
                </a:lnTo>
                <a:cubicBezTo>
                  <a:pt x="3073947" y="0"/>
                  <a:pt x="3148917" y="74970"/>
                  <a:pt x="3148917" y="167451"/>
                </a:cubicBezTo>
                <a:lnTo>
                  <a:pt x="3148917" y="1507056"/>
                </a:lnTo>
                <a:cubicBezTo>
                  <a:pt x="3148917" y="1599537"/>
                  <a:pt x="3073947" y="1674507"/>
                  <a:pt x="2981466" y="1674507"/>
                </a:cubicBezTo>
                <a:lnTo>
                  <a:pt x="167451" y="1674507"/>
                </a:lnTo>
                <a:cubicBezTo>
                  <a:pt x="74970" y="1674507"/>
                  <a:pt x="0" y="1599537"/>
                  <a:pt x="0" y="1507056"/>
                </a:cubicBezTo>
                <a:lnTo>
                  <a:pt x="0" y="167451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155" tIns="167155" rIns="167155" bIns="167155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100" kern="1200" dirty="0"/>
              <a:t>Local package for use in Positron to create this (or any) repeatable folder structure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2B20C-AAE0-101E-EA52-0096F2273FDA}"/>
              </a:ext>
            </a:extLst>
          </p:cNvPr>
          <p:cNvSpPr txBox="1"/>
          <p:nvPr/>
        </p:nvSpPr>
        <p:spPr>
          <a:xfrm>
            <a:off x="521805" y="395925"/>
            <a:ext cx="7519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myTemplates</a:t>
            </a:r>
          </a:p>
        </p:txBody>
      </p:sp>
    </p:spTree>
    <p:extLst>
      <p:ext uri="{BB962C8B-B14F-4D97-AF65-F5344CB8AC3E}">
        <p14:creationId xmlns:p14="http://schemas.microsoft.com/office/powerpoint/2010/main" val="53139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12F3D-6FD7-0004-2938-9FC66F23C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76689EF-C859-137E-B2DF-B1050E30D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26" y="131350"/>
            <a:ext cx="5436103" cy="1302039"/>
          </a:xfrm>
        </p:spPr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D4FD07-39D4-AAFE-EB89-36CE794F5D8D}"/>
              </a:ext>
            </a:extLst>
          </p:cNvPr>
          <p:cNvSpPr txBox="1"/>
          <p:nvPr/>
        </p:nvSpPr>
        <p:spPr>
          <a:xfrm>
            <a:off x="521805" y="24869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D933F1-330F-F1B5-CC8F-3EE02C282E42}"/>
              </a:ext>
            </a:extLst>
          </p:cNvPr>
          <p:cNvGrpSpPr/>
          <p:nvPr/>
        </p:nvGrpSpPr>
        <p:grpSpPr>
          <a:xfrm>
            <a:off x="201126" y="1433389"/>
            <a:ext cx="11082759" cy="665044"/>
            <a:chOff x="757084" y="1016954"/>
            <a:chExt cx="6196665" cy="776442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7817FBA-417D-6CB3-082B-DD981617AE7F}"/>
                </a:ext>
              </a:extLst>
            </p:cNvPr>
            <p:cNvSpPr/>
            <p:nvPr/>
          </p:nvSpPr>
          <p:spPr>
            <a:xfrm>
              <a:off x="757084" y="1016954"/>
              <a:ext cx="5239238" cy="62331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7FA1605-2C8A-3F8B-83C5-C2F1998FB13F}"/>
                </a:ext>
              </a:extLst>
            </p:cNvPr>
            <p:cNvSpPr txBox="1"/>
            <p:nvPr/>
          </p:nvSpPr>
          <p:spPr>
            <a:xfrm>
              <a:off x="857749" y="1137119"/>
              <a:ext cx="6096000" cy="656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Download package from GitHub and unzip somewhere permanent (Ex. “C:/Users/YourName”)</a:t>
              </a: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58A7A831-8FAB-2A64-B581-E1705E19F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626"/>
          <a:stretch>
            <a:fillRect/>
          </a:stretch>
        </p:blipFill>
        <p:spPr>
          <a:xfrm>
            <a:off x="2654019" y="2347847"/>
            <a:ext cx="9253428" cy="4245759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4C7ECBCA-97DD-C195-88F6-BA9CADDF2296}"/>
              </a:ext>
            </a:extLst>
          </p:cNvPr>
          <p:cNvGrpSpPr/>
          <p:nvPr/>
        </p:nvGrpSpPr>
        <p:grpSpPr>
          <a:xfrm>
            <a:off x="284553" y="2327587"/>
            <a:ext cx="2012792" cy="1556256"/>
            <a:chOff x="757084" y="1016954"/>
            <a:chExt cx="5239238" cy="623310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56A9B4D-D8BB-7B98-AC24-3625EC273400}"/>
                </a:ext>
              </a:extLst>
            </p:cNvPr>
            <p:cNvSpPr/>
            <p:nvPr/>
          </p:nvSpPr>
          <p:spPr>
            <a:xfrm>
              <a:off x="757084" y="1016954"/>
              <a:ext cx="5239238" cy="62331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75429BC-8A80-DBB6-8B40-0A322D851545}"/>
                </a:ext>
              </a:extLst>
            </p:cNvPr>
            <p:cNvSpPr txBox="1"/>
            <p:nvPr/>
          </p:nvSpPr>
          <p:spPr>
            <a:xfrm>
              <a:off x="828731" y="1057809"/>
              <a:ext cx="4561425" cy="4807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Make any folder structure changes in this file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2AC2F947-620E-3E9A-D130-668542A6FBD6}"/>
              </a:ext>
            </a:extLst>
          </p:cNvPr>
          <p:cNvSpPr/>
          <p:nvPr/>
        </p:nvSpPr>
        <p:spPr>
          <a:xfrm>
            <a:off x="3271101" y="4481636"/>
            <a:ext cx="6447934" cy="18859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E245BB0-955A-7EA0-E6C4-0188B43F7413}"/>
              </a:ext>
            </a:extLst>
          </p:cNvPr>
          <p:cNvCxnSpPr>
            <a:cxnSpLocks/>
          </p:cNvCxnSpPr>
          <p:nvPr/>
        </p:nvCxnSpPr>
        <p:spPr>
          <a:xfrm flipV="1">
            <a:off x="2064470" y="2675342"/>
            <a:ext cx="1018095" cy="3619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823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83107-F1BF-1B9C-1432-BF40CAC05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9D6617D-C96F-7BA7-0EEA-866468648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26" y="131350"/>
            <a:ext cx="5436103" cy="903391"/>
          </a:xfrm>
        </p:spPr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3E8B51-7ACA-D5A4-BB36-374C968A3107}"/>
              </a:ext>
            </a:extLst>
          </p:cNvPr>
          <p:cNvSpPr txBox="1"/>
          <p:nvPr/>
        </p:nvSpPr>
        <p:spPr>
          <a:xfrm>
            <a:off x="521805" y="24869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06A8E18-B7FA-A91A-D280-E09FDE3FDF8F}"/>
              </a:ext>
            </a:extLst>
          </p:cNvPr>
          <p:cNvGrpSpPr/>
          <p:nvPr/>
        </p:nvGrpSpPr>
        <p:grpSpPr>
          <a:xfrm>
            <a:off x="365908" y="988220"/>
            <a:ext cx="9786766" cy="1599773"/>
            <a:chOff x="778169" y="372779"/>
            <a:chExt cx="5472041" cy="685239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03BA1C6-4D97-4010-C042-581ACE8480AF}"/>
                </a:ext>
              </a:extLst>
            </p:cNvPr>
            <p:cNvSpPr/>
            <p:nvPr/>
          </p:nvSpPr>
          <p:spPr>
            <a:xfrm>
              <a:off x="778169" y="372779"/>
              <a:ext cx="5472040" cy="685239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6A0CF9F-D829-DDAC-32A9-7C13FD783451}"/>
                </a:ext>
              </a:extLst>
            </p:cNvPr>
            <p:cNvSpPr txBox="1"/>
            <p:nvPr/>
          </p:nvSpPr>
          <p:spPr>
            <a:xfrm>
              <a:off x="815770" y="511634"/>
              <a:ext cx="5434440" cy="3954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dirty="0"/>
                <a:t>Download package from GitHub and unzip somewhere permanent (Ex. “C:/Users/</a:t>
              </a:r>
              <a:r>
                <a:rPr lang="en-US" dirty="0" err="1"/>
                <a:t>YourName</a:t>
              </a:r>
              <a:r>
                <a:rPr lang="en-US" dirty="0"/>
                <a:t>”)  then </a:t>
              </a:r>
            </a:p>
            <a:p>
              <a:pPr marL="342900" indent="-342900">
                <a:buAutoNum type="arabicPeriod"/>
              </a:pPr>
              <a:r>
                <a:rPr lang="en-US" dirty="0"/>
                <a:t>Add to your .</a:t>
              </a:r>
              <a:r>
                <a:rPr lang="en-US" dirty="0" err="1"/>
                <a:t>Rprofile</a:t>
              </a:r>
              <a:r>
                <a:rPr lang="en-US" dirty="0"/>
                <a:t> so it’s loaded automatically every time R starts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B0F777A-5658-2389-601C-EE153DAFF730}"/>
              </a:ext>
            </a:extLst>
          </p:cNvPr>
          <p:cNvGrpSpPr/>
          <p:nvPr/>
        </p:nvGrpSpPr>
        <p:grpSpPr>
          <a:xfrm>
            <a:off x="312236" y="2798122"/>
            <a:ext cx="7675159" cy="487121"/>
            <a:chOff x="757084" y="1016954"/>
            <a:chExt cx="5239238" cy="493280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E4D6470-9882-47D4-E6A0-2E326E9C8294}"/>
                </a:ext>
              </a:extLst>
            </p:cNvPr>
            <p:cNvSpPr/>
            <p:nvPr/>
          </p:nvSpPr>
          <p:spPr>
            <a:xfrm>
              <a:off x="757084" y="1016954"/>
              <a:ext cx="5239238" cy="49328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D290823-798B-FC95-B325-FD649829A689}"/>
                </a:ext>
              </a:extLst>
            </p:cNvPr>
            <p:cNvSpPr txBox="1"/>
            <p:nvPr/>
          </p:nvSpPr>
          <p:spPr>
            <a:xfrm>
              <a:off x="828731" y="1057809"/>
              <a:ext cx="4561425" cy="383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2. Update your parent directory in the helper script “new_project.R”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1962C35-AD3F-0667-EE20-19E064464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99" y="3464485"/>
            <a:ext cx="3368332" cy="27510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4708E6-A37F-EB3B-6956-26BBE22BD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338" y="3495371"/>
            <a:ext cx="6729043" cy="272819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7AA0EC2-1F87-25D1-DE70-4BC6F650D640}"/>
              </a:ext>
            </a:extLst>
          </p:cNvPr>
          <p:cNvSpPr/>
          <p:nvPr/>
        </p:nvSpPr>
        <p:spPr>
          <a:xfrm>
            <a:off x="7739405" y="3422958"/>
            <a:ext cx="3992975" cy="3619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DB081D-A7A8-5383-9D99-3C4FA26541B2}"/>
              </a:ext>
            </a:extLst>
          </p:cNvPr>
          <p:cNvCxnSpPr>
            <a:cxnSpLocks/>
          </p:cNvCxnSpPr>
          <p:nvPr/>
        </p:nvCxnSpPr>
        <p:spPr>
          <a:xfrm flipV="1">
            <a:off x="3569805" y="3714161"/>
            <a:ext cx="4169600" cy="21493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071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A581-5989-0069-3607-CB8E1DB37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A1D38C8-5804-C8D6-3B6D-22826B35A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8" y="149688"/>
            <a:ext cx="5436103" cy="1302039"/>
          </a:xfrm>
        </p:spPr>
        <p:txBody>
          <a:bodyPr/>
          <a:lstStyle/>
          <a:p>
            <a:r>
              <a:rPr lang="en-US" dirty="0"/>
              <a:t>usage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F09EFC-1377-52FD-63AB-1119E9A20284}"/>
              </a:ext>
            </a:extLst>
          </p:cNvPr>
          <p:cNvSpPr txBox="1"/>
          <p:nvPr/>
        </p:nvSpPr>
        <p:spPr>
          <a:xfrm>
            <a:off x="521805" y="24869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39B3A3F-6A0C-17C9-6877-60A5F55293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8534" y="3306520"/>
            <a:ext cx="3571244" cy="3140606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904C7092-478B-134C-8B6F-D6DA43744431}"/>
              </a:ext>
            </a:extLst>
          </p:cNvPr>
          <p:cNvGrpSpPr/>
          <p:nvPr/>
        </p:nvGrpSpPr>
        <p:grpSpPr>
          <a:xfrm>
            <a:off x="258534" y="1584326"/>
            <a:ext cx="8357544" cy="595033"/>
            <a:chOff x="778498" y="2501345"/>
            <a:chExt cx="6175251" cy="62331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4284735-D8BC-AE55-5823-1F84A7782552}"/>
                </a:ext>
              </a:extLst>
            </p:cNvPr>
            <p:cNvSpPr/>
            <p:nvPr/>
          </p:nvSpPr>
          <p:spPr>
            <a:xfrm>
              <a:off x="778498" y="2501345"/>
              <a:ext cx="5907667" cy="62331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14AC4CC-48FC-3614-28B8-6583289679A5}"/>
                </a:ext>
              </a:extLst>
            </p:cNvPr>
            <p:cNvSpPr txBox="1"/>
            <p:nvPr/>
          </p:nvSpPr>
          <p:spPr>
            <a:xfrm>
              <a:off x="857749" y="2619558"/>
              <a:ext cx="6096000" cy="3868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In Positron console, run </a:t>
              </a:r>
              <a:r>
                <a:rPr lang="en-US" b="1" dirty="0"/>
                <a:t>devtools::install("C:/Users/YourName/myTemplates") 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CB039E1-0113-F824-CBAB-03F14BE8B6A2}"/>
              </a:ext>
            </a:extLst>
          </p:cNvPr>
          <p:cNvGrpSpPr/>
          <p:nvPr/>
        </p:nvGrpSpPr>
        <p:grpSpPr>
          <a:xfrm>
            <a:off x="258534" y="2403851"/>
            <a:ext cx="8357544" cy="595033"/>
            <a:chOff x="778498" y="2501345"/>
            <a:chExt cx="6175251" cy="62331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4B9A2B4-9582-B489-204C-89A776CE0E92}"/>
                </a:ext>
              </a:extLst>
            </p:cNvPr>
            <p:cNvSpPr/>
            <p:nvPr/>
          </p:nvSpPr>
          <p:spPr>
            <a:xfrm>
              <a:off x="778498" y="2501345"/>
              <a:ext cx="5907667" cy="62331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7A0707F-76C8-BC35-E0A7-22CB9F864E85}"/>
                </a:ext>
              </a:extLst>
            </p:cNvPr>
            <p:cNvSpPr txBox="1"/>
            <p:nvPr/>
          </p:nvSpPr>
          <p:spPr>
            <a:xfrm>
              <a:off x="857749" y="2619558"/>
              <a:ext cx="6096000" cy="3868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Then run </a:t>
              </a:r>
              <a:r>
                <a:rPr lang="en-US" b="1" dirty="0" err="1"/>
                <a:t>new_project</a:t>
              </a:r>
              <a:r>
                <a:rPr lang="en-US" b="1" dirty="0"/>
                <a:t>(“name-of-your-project”) 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2D724F40-5297-81A5-1942-14136098266A}"/>
              </a:ext>
            </a:extLst>
          </p:cNvPr>
          <p:cNvSpPr/>
          <p:nvPr/>
        </p:nvSpPr>
        <p:spPr>
          <a:xfrm>
            <a:off x="1315161" y="5797484"/>
            <a:ext cx="1220649" cy="3720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B6E00A6-2B23-A2A4-6AEC-6824E98ED6E6}"/>
              </a:ext>
            </a:extLst>
          </p:cNvPr>
          <p:cNvCxnSpPr>
            <a:cxnSpLocks/>
          </p:cNvCxnSpPr>
          <p:nvPr/>
        </p:nvCxnSpPr>
        <p:spPr>
          <a:xfrm flipH="1">
            <a:off x="2620652" y="4471362"/>
            <a:ext cx="2389953" cy="13789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0DF9039-8338-1182-9EAF-B87E15739559}"/>
              </a:ext>
            </a:extLst>
          </p:cNvPr>
          <p:cNvGrpSpPr/>
          <p:nvPr/>
        </p:nvGrpSpPr>
        <p:grpSpPr>
          <a:xfrm>
            <a:off x="4946819" y="4196460"/>
            <a:ext cx="4970179" cy="595033"/>
            <a:chOff x="778498" y="2501345"/>
            <a:chExt cx="6175251" cy="623310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DBE9240-F126-8F5B-8D6B-2B80D62753EC}"/>
                </a:ext>
              </a:extLst>
            </p:cNvPr>
            <p:cNvSpPr/>
            <p:nvPr/>
          </p:nvSpPr>
          <p:spPr>
            <a:xfrm>
              <a:off x="778498" y="2501345"/>
              <a:ext cx="5907667" cy="62331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C4B96BB-A537-7F0E-ECC2-813F89A5245F}"/>
                </a:ext>
              </a:extLst>
            </p:cNvPr>
            <p:cNvSpPr txBox="1"/>
            <p:nvPr/>
          </p:nvSpPr>
          <p:spPr>
            <a:xfrm>
              <a:off x="857750" y="2619558"/>
              <a:ext cx="6095999" cy="3868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Activates the helper script  “new_project.R”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65828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C30C-D4F9-8261-C305-B13E663D8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95D1F61-BE1E-F70D-CCE8-159F8E3B0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8" y="149688"/>
            <a:ext cx="5436103" cy="1302039"/>
          </a:xfrm>
        </p:spPr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F7C8DA-53DB-6C3F-2298-D98B959FCD18}"/>
              </a:ext>
            </a:extLst>
          </p:cNvPr>
          <p:cNvSpPr txBox="1"/>
          <p:nvPr/>
        </p:nvSpPr>
        <p:spPr>
          <a:xfrm>
            <a:off x="521805" y="24869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AFD70A-709D-6F2B-E5AA-D3C5DCBB9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707" y="171673"/>
            <a:ext cx="3725182" cy="65366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E5C0162-26F2-2F82-F6AD-C17F062C3445}"/>
              </a:ext>
            </a:extLst>
          </p:cNvPr>
          <p:cNvGrpSpPr/>
          <p:nvPr/>
        </p:nvGrpSpPr>
        <p:grpSpPr>
          <a:xfrm>
            <a:off x="370808" y="3030821"/>
            <a:ext cx="6539147" cy="796358"/>
            <a:chOff x="78658" y="3205316"/>
            <a:chExt cx="6539147" cy="79635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0D3BAEE-935F-312B-47D0-DE9B7B41BEB6}"/>
                </a:ext>
              </a:extLst>
            </p:cNvPr>
            <p:cNvSpPr/>
            <p:nvPr/>
          </p:nvSpPr>
          <p:spPr>
            <a:xfrm>
              <a:off x="78658" y="3205316"/>
              <a:ext cx="6539147" cy="79635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D30C527-FE4E-A647-9231-45A746251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79" t="-1" b="3290"/>
            <a:stretch>
              <a:fillRect/>
            </a:stretch>
          </p:blipFill>
          <p:spPr>
            <a:xfrm>
              <a:off x="226245" y="3296562"/>
              <a:ext cx="6282111" cy="595033"/>
            </a:xfrm>
            <a:prstGeom prst="rect">
              <a:avLst/>
            </a:prstGeom>
          </p:spPr>
        </p:pic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CEC9438-AB6C-08B5-CC66-5176F38104DE}"/>
              </a:ext>
            </a:extLst>
          </p:cNvPr>
          <p:cNvCxnSpPr>
            <a:stCxn id="15" idx="3"/>
            <a:endCxn id="11" idx="1"/>
          </p:cNvCxnSpPr>
          <p:nvPr/>
        </p:nvCxnSpPr>
        <p:spPr>
          <a:xfrm>
            <a:off x="6909955" y="3429000"/>
            <a:ext cx="902752" cy="1099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970066"/>
      </p:ext>
    </p:extLst>
  </p:cSld>
  <p:clrMapOvr>
    <a:masterClrMapping/>
  </p:clrMapOvr>
</p:sld>
</file>

<file path=ppt/theme/theme1.xml><?xml version="1.0" encoding="utf-8"?>
<a:theme xmlns:a="http://schemas.openxmlformats.org/drawingml/2006/main" name="BoldUnderlinesKeynote">
  <a:themeElements>
    <a:clrScheme name="NB - Keynote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003A41"/>
      </a:accent1>
      <a:accent2>
        <a:srgbClr val="ECEBE3"/>
      </a:accent2>
      <a:accent3>
        <a:srgbClr val="400023"/>
      </a:accent3>
      <a:accent4>
        <a:srgbClr val="68989E"/>
      </a:accent4>
      <a:accent5>
        <a:srgbClr val="BFB360"/>
      </a:accent5>
      <a:accent6>
        <a:srgbClr val="BF6093"/>
      </a:accent6>
      <a:hlink>
        <a:srgbClr val="169C9A"/>
      </a:hlink>
      <a:folHlink>
        <a:srgbClr val="E15C3D"/>
      </a:folHlink>
    </a:clrScheme>
    <a:fontScheme name="Custom 9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underlines keynote presentation _win32_DN_v2" id="{E18D5B16-117C-46FD-8B97-39D77F728B32}" vid="{93298573-99F9-4CB3-90C8-DB41313B57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3721</TotalTime>
  <Words>188</Words>
  <Application>Microsoft Office PowerPoint</Application>
  <PresentationFormat>Widescreen</PresentationFormat>
  <Paragraphs>29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Aptos Light</vt:lpstr>
      <vt:lpstr>Arial</vt:lpstr>
      <vt:lpstr>BoldUnderlinesKeynote</vt:lpstr>
      <vt:lpstr>PowerPoint Presentation</vt:lpstr>
      <vt:lpstr>Steps in a nutshell</vt:lpstr>
      <vt:lpstr>PowerPoint Presentation</vt:lpstr>
      <vt:lpstr>Installation</vt:lpstr>
      <vt:lpstr>Installation</vt:lpstr>
      <vt:lpstr>usage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Morgana Kinlan</dc:creator>
  <cp:lastModifiedBy>Morgana Kinlan</cp:lastModifiedBy>
  <cp:revision>2</cp:revision>
  <dcterms:created xsi:type="dcterms:W3CDTF">2026-09-10T15:37:03Z</dcterms:created>
  <dcterms:modified xsi:type="dcterms:W3CDTF">2026-10-02T17:37:08Z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